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63" r:id="rId2"/>
  </p:sldMasterIdLst>
  <p:notesMasterIdLst>
    <p:notesMasterId r:id="rId20"/>
  </p:notesMasterIdLst>
  <p:handoutMasterIdLst>
    <p:handoutMasterId r:id="rId21"/>
  </p:handoutMasterIdLst>
  <p:sldIdLst>
    <p:sldId id="256" r:id="rId3"/>
    <p:sldId id="271" r:id="rId4"/>
    <p:sldId id="258" r:id="rId5"/>
    <p:sldId id="259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80" r:id="rId14"/>
    <p:sldId id="279" r:id="rId15"/>
    <p:sldId id="269" r:id="rId16"/>
    <p:sldId id="270" r:id="rId17"/>
    <p:sldId id="265" r:id="rId18"/>
    <p:sldId id="266" r:id="rId19"/>
  </p:sldIdLst>
  <p:sldSz cx="9144000" cy="6858000" type="screen4x3"/>
  <p:notesSz cx="7086600" cy="10210800"/>
  <p:custDataLst>
    <p:tags r:id="rId22"/>
  </p:custDataLst>
  <p:defaultTextStyle>
    <a:defPPr>
      <a:defRPr lang="es-P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16">
          <p15:clr>
            <a:srgbClr val="A4A3A4"/>
          </p15:clr>
        </p15:guide>
        <p15:guide id="2" pos="223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0D15"/>
    <a:srgbClr val="FECC17"/>
    <a:srgbClr val="E33439"/>
    <a:srgbClr val="1F9ED9"/>
    <a:srgbClr val="1F9ECF"/>
    <a:srgbClr val="149AD8"/>
    <a:srgbClr val="595959"/>
    <a:srgbClr val="2EAB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54" autoAdjust="0"/>
    <p:restoredTop sz="94533" autoAdjust="0"/>
  </p:normalViewPr>
  <p:slideViewPr>
    <p:cSldViewPr>
      <p:cViewPr varScale="1">
        <p:scale>
          <a:sx n="73" d="100"/>
          <a:sy n="73" d="100"/>
        </p:scale>
        <p:origin x="135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42" d="100"/>
        <a:sy n="142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3202" y="72"/>
      </p:cViewPr>
      <p:guideLst>
        <p:guide orient="horz" pos="3216"/>
        <p:guide pos="223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7022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8837" tIns="49419" rIns="98837" bIns="49419" numCol="1" anchor="t" anchorCtr="0" compatLnSpc="1">
            <a:prstTxWarp prst="textNoShape">
              <a:avLst/>
            </a:prstTxWarp>
          </a:bodyPr>
          <a:lstStyle>
            <a:lvl1pPr defTabSz="989013">
              <a:defRPr sz="1300">
                <a:latin typeface="Calibri" panose="020F0502020204030204" pitchFamily="34" charset="0"/>
              </a:defRPr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 bwMode="auto">
          <a:xfrm>
            <a:off x="4014788" y="0"/>
            <a:ext cx="307022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8837" tIns="49419" rIns="98837" bIns="49419" numCol="1" anchor="t" anchorCtr="0" compatLnSpc="1">
            <a:prstTxWarp prst="textNoShape">
              <a:avLst/>
            </a:prstTxWarp>
          </a:bodyPr>
          <a:lstStyle>
            <a:lvl1pPr algn="r" defTabSz="989013">
              <a:defRPr sz="1300">
                <a:latin typeface="Calibri" panose="020F0502020204030204" pitchFamily="34" charset="0"/>
              </a:defRPr>
            </a:lvl1pPr>
          </a:lstStyle>
          <a:p>
            <a:fld id="{E904F6CB-BFDF-40F6-B713-2EE30F51E2A3}" type="datetimeFigureOut">
              <a:rPr lang="es-PE"/>
              <a:pPr/>
              <a:t>30/09/2021</a:t>
            </a:fld>
            <a:endParaRPr lang="es-PE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 bwMode="auto">
          <a:xfrm>
            <a:off x="0" y="9698038"/>
            <a:ext cx="307022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8837" tIns="49419" rIns="98837" bIns="49419" numCol="1" anchor="b" anchorCtr="0" compatLnSpc="1">
            <a:prstTxWarp prst="textNoShape">
              <a:avLst/>
            </a:prstTxWarp>
          </a:bodyPr>
          <a:lstStyle>
            <a:lvl1pPr defTabSz="989013">
              <a:defRPr sz="1300">
                <a:latin typeface="Calibri" panose="020F0502020204030204" pitchFamily="34" charset="0"/>
              </a:defRPr>
            </a:lvl1pPr>
          </a:lstStyle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 bwMode="auto">
          <a:xfrm>
            <a:off x="4014788" y="9698038"/>
            <a:ext cx="307022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8837" tIns="49419" rIns="98837" bIns="49419" numCol="1" anchor="b" anchorCtr="0" compatLnSpc="1">
            <a:prstTxWarp prst="textNoShape">
              <a:avLst/>
            </a:prstTxWarp>
          </a:bodyPr>
          <a:lstStyle>
            <a:lvl1pPr algn="r" defTabSz="989013">
              <a:defRPr sz="1300">
                <a:latin typeface="Calibri" panose="020F0502020204030204" pitchFamily="34" charset="0"/>
              </a:defRPr>
            </a:lvl1pPr>
          </a:lstStyle>
          <a:p>
            <a:fld id="{47883444-D640-49E6-A81D-37D7A06BE2EB}" type="slidenum">
              <a:rPr lang="es-PE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62886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7022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8837" tIns="49419" rIns="98837" bIns="49419" numCol="1" anchor="t" anchorCtr="0" compatLnSpc="1">
            <a:prstTxWarp prst="textNoShape">
              <a:avLst/>
            </a:prstTxWarp>
          </a:bodyPr>
          <a:lstStyle>
            <a:lvl1pPr defTabSz="989013">
              <a:defRPr sz="1300">
                <a:latin typeface="Calibri" panose="020F0502020204030204" pitchFamily="34" charset="0"/>
              </a:defRPr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 bwMode="auto">
          <a:xfrm>
            <a:off x="4014788" y="0"/>
            <a:ext cx="307022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8837" tIns="49419" rIns="98837" bIns="49419" numCol="1" anchor="t" anchorCtr="0" compatLnSpc="1">
            <a:prstTxWarp prst="textNoShape">
              <a:avLst/>
            </a:prstTxWarp>
          </a:bodyPr>
          <a:lstStyle>
            <a:lvl1pPr algn="r" defTabSz="989013">
              <a:defRPr sz="1300">
                <a:latin typeface="Calibri" panose="020F0502020204030204" pitchFamily="34" charset="0"/>
              </a:defRPr>
            </a:lvl1pPr>
          </a:lstStyle>
          <a:p>
            <a:fld id="{56052013-AAF4-41D0-A109-2C549F1FBD8A}" type="datetimeFigureOut">
              <a:rPr lang="es-PE"/>
              <a:pPr/>
              <a:t>30/09/2021</a:t>
            </a:fld>
            <a:endParaRPr lang="es-PE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5175"/>
            <a:ext cx="5105400" cy="3829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PE" noProof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 bwMode="auto">
          <a:xfrm>
            <a:off x="708025" y="4849813"/>
            <a:ext cx="5670550" cy="4595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8837" tIns="49419" rIns="98837" bIns="494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 smtClean="0"/>
              <a:t>Haga clic para modificar el estilo de texto del patrón</a:t>
            </a:r>
          </a:p>
          <a:p>
            <a:pPr lvl="1"/>
            <a:r>
              <a:rPr lang="es-ES" noProof="0" smtClean="0"/>
              <a:t>Segundo nivel</a:t>
            </a:r>
          </a:p>
          <a:p>
            <a:pPr lvl="2"/>
            <a:r>
              <a:rPr lang="es-ES" noProof="0" smtClean="0"/>
              <a:t>Tercer nivel</a:t>
            </a:r>
          </a:p>
          <a:p>
            <a:pPr lvl="3"/>
            <a:r>
              <a:rPr lang="es-ES" noProof="0" smtClean="0"/>
              <a:t>Cuarto nivel</a:t>
            </a:r>
          </a:p>
          <a:p>
            <a:pPr lvl="4"/>
            <a:r>
              <a:rPr lang="es-ES" noProof="0" smtClean="0"/>
              <a:t>Quinto nivel</a:t>
            </a:r>
            <a:endParaRPr lang="es-PE" noProof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 bwMode="auto">
          <a:xfrm>
            <a:off x="0" y="9698038"/>
            <a:ext cx="307022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8837" tIns="49419" rIns="98837" bIns="49419" numCol="1" anchor="b" anchorCtr="0" compatLnSpc="1">
            <a:prstTxWarp prst="textNoShape">
              <a:avLst/>
            </a:prstTxWarp>
          </a:bodyPr>
          <a:lstStyle>
            <a:lvl1pPr defTabSz="989013">
              <a:defRPr sz="1300">
                <a:latin typeface="Calibri" panose="020F0502020204030204" pitchFamily="34" charset="0"/>
              </a:defRPr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 bwMode="auto">
          <a:xfrm>
            <a:off x="4014788" y="9698038"/>
            <a:ext cx="307022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8837" tIns="49419" rIns="98837" bIns="49419" numCol="1" anchor="b" anchorCtr="0" compatLnSpc="1">
            <a:prstTxWarp prst="textNoShape">
              <a:avLst/>
            </a:prstTxWarp>
          </a:bodyPr>
          <a:lstStyle>
            <a:lvl1pPr algn="r" defTabSz="989013">
              <a:defRPr sz="1300">
                <a:latin typeface="Calibri" panose="020F0502020204030204" pitchFamily="34" charset="0"/>
              </a:defRPr>
            </a:lvl1pPr>
          </a:lstStyle>
          <a:p>
            <a:fld id="{9D0D03E8-A227-4441-B4B8-E1F64552D5F4}" type="slidenum">
              <a:rPr lang="es-PE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9617404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0D03E8-A227-4441-B4B8-E1F64552D5F4}" type="slidenum">
              <a:rPr lang="es-PE" smtClean="0"/>
              <a:pPr/>
              <a:t>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537019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0D03E8-A227-4441-B4B8-E1F64552D5F4}" type="slidenum">
              <a:rPr lang="es-PE" smtClean="0"/>
              <a:pPr/>
              <a:t>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6063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49280"/>
            <a:ext cx="9144000" cy="1080120"/>
          </a:xfrm>
          <a:prstGeom prst="rect">
            <a:avLst/>
          </a:prstGeom>
        </p:spPr>
      </p:pic>
      <p:sp>
        <p:nvSpPr>
          <p:cNvPr id="3" name="2 Subtítulo"/>
          <p:cNvSpPr>
            <a:spLocks noGrp="1"/>
          </p:cNvSpPr>
          <p:nvPr>
            <p:ph type="subTitle" idx="1" hasCustomPrompt="1"/>
          </p:nvPr>
        </p:nvSpPr>
        <p:spPr>
          <a:xfrm>
            <a:off x="2627787" y="3688322"/>
            <a:ext cx="6048672" cy="1415008"/>
          </a:xfrm>
        </p:spPr>
        <p:txBody>
          <a:bodyPr/>
          <a:lstStyle>
            <a:lvl1pPr marL="0" indent="0" algn="l">
              <a:buNone/>
              <a:defRPr sz="2400" baseline="0">
                <a:solidFill>
                  <a:schemeClr val="accent2">
                    <a:lumMod val="95000"/>
                    <a:lumOff val="5000"/>
                  </a:schemeClr>
                </a:solidFill>
                <a:latin typeface="+mj-lt"/>
                <a:cs typeface="Arial" pitchFamily="34" charset="0"/>
              </a:defRPr>
            </a:lvl1pPr>
            <a:lvl2pPr marL="3428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 smtClean="0"/>
              <a:t>[Nombre del Profesor                                                     Email                                                                              Nombre del curso o programa]</a:t>
            </a:r>
          </a:p>
        </p:txBody>
      </p:sp>
      <p:sp>
        <p:nvSpPr>
          <p:cNvPr id="14" name="Marcador de posición de imagen 13"/>
          <p:cNvSpPr>
            <a:spLocks noGrp="1"/>
          </p:cNvSpPr>
          <p:nvPr>
            <p:ph type="pic" sz="quarter" idx="10" hasCustomPrompt="1"/>
          </p:nvPr>
        </p:nvSpPr>
        <p:spPr>
          <a:xfrm>
            <a:off x="274641" y="1628779"/>
            <a:ext cx="2136775" cy="3474551"/>
          </a:xfrm>
        </p:spPr>
        <p:txBody>
          <a:bodyPr/>
          <a:lstStyle>
            <a:lvl1pPr>
              <a:defRPr sz="1200"/>
            </a:lvl1pPr>
          </a:lstStyle>
          <a:p>
            <a:r>
              <a:rPr lang="es-PE" dirty="0" smtClean="0"/>
              <a:t>Haga clic en el icono para insertar una imagen referente al tema</a:t>
            </a:r>
            <a:endParaRPr lang="es-PE" dirty="0"/>
          </a:p>
        </p:txBody>
      </p:sp>
      <p:sp>
        <p:nvSpPr>
          <p:cNvPr id="17" name="Título 16"/>
          <p:cNvSpPr>
            <a:spLocks noGrp="1"/>
          </p:cNvSpPr>
          <p:nvPr>
            <p:ph type="title" hasCustomPrompt="1"/>
          </p:nvPr>
        </p:nvSpPr>
        <p:spPr>
          <a:xfrm>
            <a:off x="2613298" y="1628778"/>
            <a:ext cx="6063161" cy="1867067"/>
          </a:xfrm>
          <a:prstGeom prst="rect">
            <a:avLst/>
          </a:prstGeom>
        </p:spPr>
        <p:txBody>
          <a:bodyPr/>
          <a:lstStyle>
            <a:lvl1pPr>
              <a:defRPr sz="4000" b="1" baseline="0">
                <a:solidFill>
                  <a:srgbClr val="C00000"/>
                </a:solidFill>
              </a:defRPr>
            </a:lvl1pPr>
          </a:lstStyle>
          <a:p>
            <a:r>
              <a:rPr lang="es-ES" dirty="0" smtClean="0"/>
              <a:t>[Ingrese el título de la presentación]</a:t>
            </a:r>
            <a:endParaRPr lang="es-PE" dirty="0"/>
          </a:p>
        </p:txBody>
      </p:sp>
      <p:pic>
        <p:nvPicPr>
          <p:cNvPr id="5" name="Imagen 4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ED3237"/>
              </a:clrFrom>
              <a:clrTo>
                <a:srgbClr val="ED323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641" y="6187609"/>
            <a:ext cx="2281135" cy="534460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9232" y="250281"/>
            <a:ext cx="1017716" cy="840613"/>
          </a:xfrm>
          <a:prstGeom prst="rect">
            <a:avLst/>
          </a:prstGeom>
        </p:spPr>
      </p:pic>
      <p:sp>
        <p:nvSpPr>
          <p:cNvPr id="2" name="Rectángulo 1"/>
          <p:cNvSpPr/>
          <p:nvPr userDrawn="1"/>
        </p:nvSpPr>
        <p:spPr>
          <a:xfrm>
            <a:off x="3856176" y="6454839"/>
            <a:ext cx="146815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s-MX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www.usat.edu.pe</a:t>
            </a:r>
          </a:p>
        </p:txBody>
      </p:sp>
    </p:spTree>
    <p:extLst>
      <p:ext uri="{BB962C8B-B14F-4D97-AF65-F5344CB8AC3E}">
        <p14:creationId xmlns:p14="http://schemas.microsoft.com/office/powerpoint/2010/main" val="3757609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777880"/>
            <a:ext cx="9144000" cy="1080120"/>
          </a:xfrm>
          <a:prstGeom prst="rect">
            <a:avLst/>
          </a:prstGeom>
        </p:spPr>
      </p:pic>
      <p:sp>
        <p:nvSpPr>
          <p:cNvPr id="16" name="Rectángulo 15"/>
          <p:cNvSpPr/>
          <p:nvPr userDrawn="1"/>
        </p:nvSpPr>
        <p:spPr>
          <a:xfrm>
            <a:off x="3856176" y="6440682"/>
            <a:ext cx="146815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s-MX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www.usat.edu.pe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 hasCustomPrompt="1"/>
          </p:nvPr>
        </p:nvSpPr>
        <p:spPr>
          <a:xfrm>
            <a:off x="2627784" y="3886200"/>
            <a:ext cx="4608512" cy="783462"/>
          </a:xfrm>
        </p:spPr>
        <p:txBody>
          <a:bodyPr/>
          <a:lstStyle>
            <a:lvl1pPr marL="0" indent="0" algn="l">
              <a:buNone/>
              <a:defRPr sz="2400" baseline="0">
                <a:solidFill>
                  <a:schemeClr val="accent2">
                    <a:lumMod val="95000"/>
                    <a:lumOff val="5000"/>
                  </a:schemeClr>
                </a:solidFill>
                <a:latin typeface="+mj-lt"/>
                <a:cs typeface="Arial" pitchFamily="34" charset="0"/>
              </a:defRPr>
            </a:lvl1pPr>
            <a:lvl2pPr marL="3428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 smtClean="0"/>
              <a:t>[Subtitulo de la presentación]</a:t>
            </a:r>
          </a:p>
        </p:txBody>
      </p:sp>
      <p:sp>
        <p:nvSpPr>
          <p:cNvPr id="14" name="Marcador de posición de imagen 13"/>
          <p:cNvSpPr>
            <a:spLocks noGrp="1"/>
          </p:cNvSpPr>
          <p:nvPr>
            <p:ph type="pic" sz="quarter" idx="10" hasCustomPrompt="1"/>
          </p:nvPr>
        </p:nvSpPr>
        <p:spPr>
          <a:xfrm>
            <a:off x="274641" y="1628779"/>
            <a:ext cx="2136775" cy="3771045"/>
          </a:xfrm>
        </p:spPr>
        <p:txBody>
          <a:bodyPr/>
          <a:lstStyle>
            <a:lvl1pPr>
              <a:defRPr sz="1200"/>
            </a:lvl1pPr>
          </a:lstStyle>
          <a:p>
            <a:r>
              <a:rPr lang="es-PE" dirty="0" smtClean="0"/>
              <a:t>Haga clic en el icono para insertar una imagen referente al tema</a:t>
            </a:r>
            <a:endParaRPr lang="es-PE" dirty="0"/>
          </a:p>
        </p:txBody>
      </p:sp>
      <p:sp>
        <p:nvSpPr>
          <p:cNvPr id="17" name="Título 16"/>
          <p:cNvSpPr>
            <a:spLocks noGrp="1"/>
          </p:cNvSpPr>
          <p:nvPr>
            <p:ph type="title" hasCustomPrompt="1"/>
          </p:nvPr>
        </p:nvSpPr>
        <p:spPr>
          <a:xfrm>
            <a:off x="2613298" y="1628778"/>
            <a:ext cx="6063161" cy="1867067"/>
          </a:xfrm>
          <a:prstGeom prst="rect">
            <a:avLst/>
          </a:prstGeom>
        </p:spPr>
        <p:txBody>
          <a:bodyPr/>
          <a:lstStyle>
            <a:lvl1pPr>
              <a:defRPr sz="4000" b="1" baseline="0">
                <a:solidFill>
                  <a:srgbClr val="C00000"/>
                </a:solidFill>
              </a:defRPr>
            </a:lvl1pPr>
          </a:lstStyle>
          <a:p>
            <a:r>
              <a:rPr lang="es-ES" dirty="0" smtClean="0"/>
              <a:t>[Ingrese el título de la presentación]</a:t>
            </a:r>
            <a:endParaRPr lang="es-PE" dirty="0"/>
          </a:p>
        </p:txBody>
      </p:sp>
      <p:pic>
        <p:nvPicPr>
          <p:cNvPr id="5" name="Imagen 4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ED3237"/>
              </a:clrFrom>
              <a:clrTo>
                <a:srgbClr val="ED323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641" y="6165304"/>
            <a:ext cx="2281135" cy="534460"/>
          </a:xfrm>
          <a:prstGeom prst="rect">
            <a:avLst/>
          </a:prstGeom>
        </p:spPr>
      </p:pic>
      <p:sp>
        <p:nvSpPr>
          <p:cNvPr id="7" name="Marcador de texto 6"/>
          <p:cNvSpPr>
            <a:spLocks noGrp="1"/>
          </p:cNvSpPr>
          <p:nvPr>
            <p:ph type="body" sz="quarter" idx="11" hasCustomPrompt="1"/>
          </p:nvPr>
        </p:nvSpPr>
        <p:spPr>
          <a:xfrm>
            <a:off x="2613298" y="4669662"/>
            <a:ext cx="3937000" cy="730162"/>
          </a:xfrm>
        </p:spPr>
        <p:txBody>
          <a:bodyPr/>
          <a:lstStyle>
            <a:lvl1pPr marL="0" indent="0" algn="l">
              <a:buNone/>
              <a:defRPr sz="2000" b="1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s-PE" dirty="0" smtClean="0"/>
              <a:t>[Nombre del docente]</a:t>
            </a:r>
          </a:p>
          <a:p>
            <a:pPr lvl="0"/>
            <a:r>
              <a:rPr lang="es-PE" dirty="0" smtClean="0"/>
              <a:t>[Email docente]</a:t>
            </a:r>
            <a:endParaRPr lang="es-PE" dirty="0"/>
          </a:p>
        </p:txBody>
      </p:sp>
      <p:sp>
        <p:nvSpPr>
          <p:cNvPr id="15" name="Marcador de texto 14"/>
          <p:cNvSpPr>
            <a:spLocks noGrp="1"/>
          </p:cNvSpPr>
          <p:nvPr>
            <p:ph type="body" sz="quarter" idx="12" hasCustomPrompt="1"/>
          </p:nvPr>
        </p:nvSpPr>
        <p:spPr>
          <a:xfrm>
            <a:off x="7596188" y="3886201"/>
            <a:ext cx="1440308" cy="334887"/>
          </a:xfrm>
        </p:spPr>
        <p:txBody>
          <a:bodyPr/>
          <a:lstStyle>
            <a:lvl1pPr marL="0" indent="0" algn="ctr">
              <a:buNone/>
              <a:defRPr sz="1600" b="1">
                <a:solidFill>
                  <a:schemeClr val="accent2">
                    <a:lumMod val="95000"/>
                    <a:lumOff val="5000"/>
                  </a:schemeClr>
                </a:solidFill>
                <a:effectLst/>
                <a:latin typeface="+mj-lt"/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s-PE" dirty="0" smtClean="0"/>
              <a:t>[Tema/Sesión]</a:t>
            </a:r>
            <a:endParaRPr lang="es-PE" dirty="0"/>
          </a:p>
        </p:txBody>
      </p:sp>
      <p:sp>
        <p:nvSpPr>
          <p:cNvPr id="18" name="Marcador de texto 17"/>
          <p:cNvSpPr>
            <a:spLocks noGrp="1"/>
          </p:cNvSpPr>
          <p:nvPr>
            <p:ph type="body" sz="quarter" idx="13" hasCustomPrompt="1"/>
          </p:nvPr>
        </p:nvSpPr>
        <p:spPr>
          <a:xfrm>
            <a:off x="7596188" y="4365625"/>
            <a:ext cx="1439862" cy="935038"/>
          </a:xfrm>
        </p:spPr>
        <p:txBody>
          <a:bodyPr/>
          <a:lstStyle>
            <a:lvl1pPr marL="0" indent="0" algn="ctr">
              <a:buNone/>
              <a:defRPr sz="5400" b="1">
                <a:solidFill>
                  <a:schemeClr val="accent2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 lvl="0"/>
            <a:r>
              <a:rPr lang="es-ES" dirty="0" smtClean="0"/>
              <a:t>[01]</a:t>
            </a:r>
            <a:endParaRPr lang="es-PE" dirty="0"/>
          </a:p>
        </p:txBody>
      </p:sp>
      <p:pic>
        <p:nvPicPr>
          <p:cNvPr id="12" name="Imagen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9232" y="250281"/>
            <a:ext cx="1017716" cy="84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248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jetiv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posición de imagen 8"/>
          <p:cNvSpPr>
            <a:spLocks noGrp="1"/>
          </p:cNvSpPr>
          <p:nvPr>
            <p:ph type="pic" sz="quarter" idx="13"/>
          </p:nvPr>
        </p:nvSpPr>
        <p:spPr>
          <a:xfrm>
            <a:off x="6076925" y="1772816"/>
            <a:ext cx="2735262" cy="2376488"/>
          </a:xfrm>
        </p:spPr>
        <p:txBody>
          <a:bodyPr/>
          <a:lstStyle/>
          <a:p>
            <a:endParaRPr lang="es-PE" dirty="0"/>
          </a:p>
        </p:txBody>
      </p:sp>
      <p:sp>
        <p:nvSpPr>
          <p:cNvPr id="12" name="Marcador de texto 48"/>
          <p:cNvSpPr>
            <a:spLocks noGrp="1"/>
          </p:cNvSpPr>
          <p:nvPr>
            <p:ph type="body" sz="quarter" idx="14"/>
          </p:nvPr>
        </p:nvSpPr>
        <p:spPr>
          <a:xfrm>
            <a:off x="457200" y="1772816"/>
            <a:ext cx="5266928" cy="4103687"/>
          </a:xfrm>
        </p:spPr>
        <p:txBody>
          <a:bodyPr/>
          <a:lstStyle>
            <a:lvl1pPr marL="719138" indent="-719138">
              <a:buClr>
                <a:schemeClr val="tx1"/>
              </a:buClr>
              <a:buSzPct val="120000"/>
              <a:buFont typeface="Wingdings" panose="05000000000000000000" pitchFamily="2" charset="2"/>
              <a:buChar char=""/>
              <a:defRPr lang="es-PE" b="0" i="0" smtClean="0">
                <a:solidFill>
                  <a:schemeClr val="accent2"/>
                </a:solidFill>
                <a:effectLst/>
                <a:latin typeface="+mn-lt"/>
              </a:defRPr>
            </a:lvl1pPr>
            <a:lvl2pPr marL="1346200" indent="-627063">
              <a:buClr>
                <a:schemeClr val="tx1"/>
              </a:buClr>
              <a:buSzPct val="110000"/>
              <a:buFont typeface="Wingdings" panose="05000000000000000000" pitchFamily="2" charset="2"/>
              <a:buChar char=""/>
              <a:defRPr sz="2600">
                <a:solidFill>
                  <a:schemeClr val="accent2"/>
                </a:solidFill>
                <a:latin typeface="+mn-lt"/>
              </a:defRPr>
            </a:lvl2pPr>
          </a:lstStyle>
          <a:p>
            <a:pPr lvl="0"/>
            <a:endParaRPr lang="es-ES" dirty="0" smtClean="0"/>
          </a:p>
        </p:txBody>
      </p:sp>
      <p:sp>
        <p:nvSpPr>
          <p:cNvPr id="6" name="Rectángulo 5"/>
          <p:cNvSpPr/>
          <p:nvPr userDrawn="1"/>
        </p:nvSpPr>
        <p:spPr>
          <a:xfrm flipV="1">
            <a:off x="0" y="-1"/>
            <a:ext cx="457200" cy="1403505"/>
          </a:xfrm>
          <a:prstGeom prst="rect">
            <a:avLst/>
          </a:prstGeom>
          <a:solidFill>
            <a:srgbClr val="DC0D1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s-MX" sz="1400" dirty="0" smtClean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-1" y="6450823"/>
            <a:ext cx="539553" cy="407179"/>
          </a:xfrm>
          <a:prstGeom prst="rect">
            <a:avLst/>
          </a:prstGeom>
        </p:spPr>
        <p:txBody>
          <a:bodyPr/>
          <a:lstStyle>
            <a:lvl1pPr algn="ctr"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fld id="{6B0A1DF6-23E7-4DCD-B668-B4A5EC7C214C}" type="slidenum">
              <a:rPr lang="es-PE" smtClean="0"/>
              <a:pPr/>
              <a:t>‹Nº›</a:t>
            </a:fld>
            <a:endParaRPr lang="es-PE" dirty="0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628650" y="365125"/>
            <a:ext cx="7886700" cy="1038379"/>
          </a:xfrm>
          <a:prstGeom prst="rect">
            <a:avLst/>
          </a:prstGeom>
          <a:noFill/>
        </p:spPr>
        <p:txBody>
          <a:bodyPr anchor="ctr" anchorCtr="0">
            <a:noAutofit/>
          </a:bodyPr>
          <a:lstStyle>
            <a:lvl1pPr>
              <a:defRPr lang="es-PE" sz="4000" b="1" baseline="0">
                <a:solidFill>
                  <a:srgbClr val="DC0D15"/>
                </a:solidFill>
              </a:defRPr>
            </a:lvl1pPr>
          </a:lstStyle>
          <a:p>
            <a:pPr lvl="0"/>
            <a:r>
              <a:rPr lang="es-ES" dirty="0" smtClean="0"/>
              <a:t>[Objetivos]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6322786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a conteni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-1" y="6450823"/>
            <a:ext cx="539553" cy="407179"/>
          </a:xfrm>
          <a:prstGeom prst="rect">
            <a:avLst/>
          </a:prstGeom>
        </p:spPr>
        <p:txBody>
          <a:bodyPr/>
          <a:lstStyle>
            <a:lvl1pPr algn="ctr"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fld id="{6B0A1DF6-23E7-4DCD-B668-B4A5EC7C214C}" type="slidenum">
              <a:rPr lang="es-PE" smtClean="0"/>
              <a:pPr/>
              <a:t>‹Nº›</a:t>
            </a:fld>
            <a:endParaRPr lang="es-PE" dirty="0"/>
          </a:p>
        </p:txBody>
      </p:sp>
      <p:sp>
        <p:nvSpPr>
          <p:cNvPr id="6" name="Marcador de contenido 5"/>
          <p:cNvSpPr>
            <a:spLocks noGrp="1"/>
          </p:cNvSpPr>
          <p:nvPr>
            <p:ph sz="quarter" idx="10" hasCustomPrompt="1"/>
          </p:nvPr>
        </p:nvSpPr>
        <p:spPr>
          <a:xfrm>
            <a:off x="539750" y="1844675"/>
            <a:ext cx="6999304" cy="4606925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s-ES" dirty="0" smtClean="0"/>
              <a:t>Lista con los temas principales de la presentación. Puede usar esta diapositiva para colocar hipervínculos a cada diapositiva que se corresponde con cada tema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es-PE" dirty="0"/>
          </a:p>
        </p:txBody>
      </p:sp>
      <p:sp>
        <p:nvSpPr>
          <p:cNvPr id="4" name="Título 3"/>
          <p:cNvSpPr>
            <a:spLocks noGrp="1"/>
          </p:cNvSpPr>
          <p:nvPr>
            <p:ph type="title" hasCustomPrompt="1"/>
          </p:nvPr>
        </p:nvSpPr>
        <p:spPr>
          <a:xfrm>
            <a:off x="502566" y="611416"/>
            <a:ext cx="7036488" cy="792088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rgbClr val="DC0D15"/>
                </a:solidFill>
              </a:defRPr>
            </a:lvl1pPr>
          </a:lstStyle>
          <a:p>
            <a:r>
              <a:rPr lang="es-PE" dirty="0" smtClean="0"/>
              <a:t>[Lista de contenidos]</a:t>
            </a:r>
            <a:endParaRPr lang="es-PE" dirty="0"/>
          </a:p>
        </p:txBody>
      </p:sp>
      <p:sp>
        <p:nvSpPr>
          <p:cNvPr id="9" name="Rectángulo 8"/>
          <p:cNvSpPr/>
          <p:nvPr userDrawn="1"/>
        </p:nvSpPr>
        <p:spPr>
          <a:xfrm flipV="1">
            <a:off x="0" y="-1"/>
            <a:ext cx="457200" cy="1403505"/>
          </a:xfrm>
          <a:prstGeom prst="rect">
            <a:avLst/>
          </a:prstGeom>
          <a:solidFill>
            <a:srgbClr val="DC0D1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s-MX" sz="1400" dirty="0" smtClean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2" name="Imagen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1406" y="-1"/>
            <a:ext cx="15225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3161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-1" y="6450823"/>
            <a:ext cx="539553" cy="407179"/>
          </a:xfrm>
          <a:prstGeom prst="rect">
            <a:avLst/>
          </a:prstGeom>
        </p:spPr>
        <p:txBody>
          <a:bodyPr/>
          <a:lstStyle>
            <a:lvl1pPr algn="ctr"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fld id="{6B0A1DF6-23E7-4DCD-B668-B4A5EC7C214C}" type="slidenum">
              <a:rPr lang="es-PE" smtClean="0"/>
              <a:pPr/>
              <a:t>‹Nº›</a:t>
            </a:fld>
            <a:endParaRPr lang="es-PE" dirty="0"/>
          </a:p>
        </p:txBody>
      </p:sp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539552" y="1676155"/>
            <a:ext cx="8208912" cy="4420394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es-PE" dirty="0"/>
          </a:p>
        </p:txBody>
      </p:sp>
      <p:sp>
        <p:nvSpPr>
          <p:cNvPr id="5" name="Rectángulo 4"/>
          <p:cNvSpPr/>
          <p:nvPr userDrawn="1"/>
        </p:nvSpPr>
        <p:spPr>
          <a:xfrm flipV="1">
            <a:off x="0" y="-1"/>
            <a:ext cx="457200" cy="1403505"/>
          </a:xfrm>
          <a:prstGeom prst="rect">
            <a:avLst/>
          </a:prstGeom>
          <a:solidFill>
            <a:srgbClr val="DC0D1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s-MX" sz="1400" dirty="0" smtClean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Título 2"/>
          <p:cNvSpPr>
            <a:spLocks noGrp="1"/>
          </p:cNvSpPr>
          <p:nvPr>
            <p:ph type="title" hasCustomPrompt="1"/>
          </p:nvPr>
        </p:nvSpPr>
        <p:spPr>
          <a:xfrm>
            <a:off x="611560" y="456871"/>
            <a:ext cx="7886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s-PE" sz="4000" b="1">
                <a:solidFill>
                  <a:srgbClr val="DC0D15"/>
                </a:solidFill>
                <a:ea typeface="+mn-ea"/>
                <a:cs typeface="+mn-cs"/>
              </a:defRPr>
            </a:lvl1pPr>
          </a:lstStyle>
          <a:p>
            <a:pPr lvl="0"/>
            <a:r>
              <a:rPr lang="es-ES" dirty="0" smtClean="0"/>
              <a:t>[Conclusiones]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7575709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erenc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-1" y="6450823"/>
            <a:ext cx="539553" cy="407179"/>
          </a:xfrm>
          <a:prstGeom prst="rect">
            <a:avLst/>
          </a:prstGeom>
        </p:spPr>
        <p:txBody>
          <a:bodyPr/>
          <a:lstStyle>
            <a:lvl1pPr algn="ctr"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fld id="{6B0A1DF6-23E7-4DCD-B668-B4A5EC7C214C}" type="slidenum">
              <a:rPr lang="es-PE" smtClean="0"/>
              <a:pPr/>
              <a:t>‹Nº›</a:t>
            </a:fld>
            <a:endParaRPr lang="es-PE" dirty="0"/>
          </a:p>
        </p:txBody>
      </p:sp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539552" y="1745457"/>
            <a:ext cx="8208912" cy="4420394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es-PE" dirty="0"/>
          </a:p>
        </p:txBody>
      </p:sp>
      <p:sp>
        <p:nvSpPr>
          <p:cNvPr id="5" name="Rectángulo 4"/>
          <p:cNvSpPr/>
          <p:nvPr userDrawn="1"/>
        </p:nvSpPr>
        <p:spPr>
          <a:xfrm flipV="1">
            <a:off x="0" y="-1"/>
            <a:ext cx="457200" cy="1403505"/>
          </a:xfrm>
          <a:prstGeom prst="rect">
            <a:avLst/>
          </a:prstGeom>
          <a:solidFill>
            <a:srgbClr val="DC0D1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s-MX" sz="1400" dirty="0" smtClean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Título 2"/>
          <p:cNvSpPr>
            <a:spLocks noGrp="1"/>
          </p:cNvSpPr>
          <p:nvPr>
            <p:ph type="title" hasCustomPrompt="1"/>
          </p:nvPr>
        </p:nvSpPr>
        <p:spPr>
          <a:xfrm>
            <a:off x="611560" y="548680"/>
            <a:ext cx="7886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s-PE" sz="4000" b="1">
                <a:solidFill>
                  <a:srgbClr val="DC0D15"/>
                </a:solidFill>
                <a:ea typeface="+mn-ea"/>
                <a:cs typeface="+mn-cs"/>
              </a:defRPr>
            </a:lvl1pPr>
          </a:lstStyle>
          <a:p>
            <a:pPr lvl="0"/>
            <a:r>
              <a:rPr lang="es-ES" dirty="0" smtClean="0"/>
              <a:t>[Referencias]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500880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 22"/>
          <p:cNvSpPr/>
          <p:nvPr userDrawn="1"/>
        </p:nvSpPr>
        <p:spPr>
          <a:xfrm>
            <a:off x="6516216" y="116632"/>
            <a:ext cx="2520280" cy="2361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25" name="Imagen 2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3768" y="1246447"/>
            <a:ext cx="1767207" cy="1612235"/>
          </a:xfrm>
          <a:prstGeom prst="rect">
            <a:avLst/>
          </a:prstGeom>
        </p:spPr>
      </p:pic>
      <p:pic>
        <p:nvPicPr>
          <p:cNvPr id="10" name="Picture 8" descr="http://www.browndailyherald.com/wp-content/themes/browndailyherald/images/icons/facebook-circle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8654" y="4218758"/>
            <a:ext cx="396000" cy="3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2" descr="http://www.univ-orleans.fr/sites/default/files/Universit%C3%A9/images/twitter_circle_color-512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8654" y="4730699"/>
            <a:ext cx="396000" cy="3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4" descr="https://cdn1.iconfinder.com/data/icons/logotypes/32/circle-google-plus-128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0642" y="5746173"/>
            <a:ext cx="324000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6" descr="http://seeklogo.com/images/Y/youtube-icon-logo-C39DEA9322-seeklogo.com.gif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4615" y="5225328"/>
            <a:ext cx="324000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uadroTexto 13"/>
          <p:cNvSpPr txBox="1"/>
          <p:nvPr userDrawn="1"/>
        </p:nvSpPr>
        <p:spPr>
          <a:xfrm>
            <a:off x="3059877" y="4273404"/>
            <a:ext cx="3009533" cy="286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lvl="0" indent="0" algn="just" eaLnBrk="1" hangingPunct="1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  <a:cs typeface="Arial" pitchFamily="34" charset="0"/>
              </a:defRPr>
            </a:lvl1pPr>
            <a:lvl2pPr marL="557199" indent="-214308" algn="just" eaLnBrk="1" hangingPunct="1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100">
                <a:solidFill>
                  <a:schemeClr val="accent2"/>
                </a:solidFill>
                <a:latin typeface="+mn-lt"/>
                <a:cs typeface="Arial" panose="020B0604020202020204" pitchFamily="34" charset="0"/>
              </a:defRPr>
            </a:lvl2pPr>
            <a:lvl3pPr marL="857228" indent="-171446" algn="just" eaLnBrk="1" hangingPunct="1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chemeClr val="accent2"/>
                </a:solidFill>
                <a:latin typeface="+mn-lt"/>
                <a:cs typeface="Arial" panose="020B0604020202020204" pitchFamily="34" charset="0"/>
              </a:defRPr>
            </a:lvl3pPr>
            <a:lvl4pPr marL="1200120" indent="-171446" algn="just" eaLnBrk="1" hangingPunct="1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500">
                <a:solidFill>
                  <a:schemeClr val="accent2"/>
                </a:solidFill>
                <a:latin typeface="+mn-lt"/>
                <a:cs typeface="Arial" panose="020B0604020202020204" pitchFamily="34" charset="0"/>
              </a:defRPr>
            </a:lvl4pPr>
            <a:lvl5pPr marL="1543012" indent="-171446" algn="just" eaLnBrk="1" hangingPunct="1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»"/>
              <a:defRPr sz="1500">
                <a:solidFill>
                  <a:schemeClr val="accent2"/>
                </a:solidFill>
                <a:latin typeface="+mn-lt"/>
                <a:cs typeface="Arial" panose="020B0604020202020204" pitchFamily="34" charset="0"/>
              </a:defRPr>
            </a:lvl5pPr>
            <a:lvl6pPr marL="1885903" indent="-171446" defTabSz="685783">
              <a:spcBef>
                <a:spcPct val="20000"/>
              </a:spcBef>
              <a:buFont typeface="Arial" pitchFamily="34" charset="0"/>
              <a:buChar char="•"/>
              <a:defRPr sz="1500">
                <a:latin typeface="+mn-lt"/>
              </a:defRPr>
            </a:lvl6pPr>
            <a:lvl7pPr marL="2228795" indent="-171446" defTabSz="685783">
              <a:spcBef>
                <a:spcPct val="20000"/>
              </a:spcBef>
              <a:buFont typeface="Arial" pitchFamily="34" charset="0"/>
              <a:buChar char="•"/>
              <a:defRPr sz="1500">
                <a:latin typeface="+mn-lt"/>
              </a:defRPr>
            </a:lvl7pPr>
            <a:lvl8pPr marL="2571686" indent="-171446" defTabSz="685783">
              <a:spcBef>
                <a:spcPct val="20000"/>
              </a:spcBef>
              <a:buFont typeface="Arial" pitchFamily="34" charset="0"/>
              <a:buChar char="•"/>
              <a:defRPr sz="1500">
                <a:latin typeface="+mn-lt"/>
              </a:defRPr>
            </a:lvl8pPr>
            <a:lvl9pPr marL="2914577" indent="-171446" defTabSz="685783">
              <a:spcBef>
                <a:spcPct val="20000"/>
              </a:spcBef>
              <a:buFont typeface="Arial" pitchFamily="34" charset="0"/>
              <a:buChar char="•"/>
              <a:defRPr sz="1500">
                <a:latin typeface="+mn-lt"/>
              </a:defRPr>
            </a:lvl9pPr>
          </a:lstStyle>
          <a:p>
            <a:pPr lvl="0"/>
            <a:r>
              <a:rPr lang="es-ES" dirty="0" smtClean="0">
                <a:latin typeface="+mj-lt"/>
              </a:rPr>
              <a:t>http://www.facebook.com/usat.peru</a:t>
            </a:r>
            <a:endParaRPr lang="es-PE" dirty="0" smtClean="0">
              <a:latin typeface="+mj-lt"/>
            </a:endParaRPr>
          </a:p>
        </p:txBody>
      </p:sp>
      <p:sp>
        <p:nvSpPr>
          <p:cNvPr id="15" name="CuadroTexto 14"/>
          <p:cNvSpPr txBox="1"/>
          <p:nvPr userDrawn="1"/>
        </p:nvSpPr>
        <p:spPr>
          <a:xfrm>
            <a:off x="3091865" y="5738710"/>
            <a:ext cx="3240360" cy="286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lvl="0" indent="0" algn="just" eaLnBrk="1" hangingPunct="1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  <a:cs typeface="Arial" pitchFamily="34" charset="0"/>
              </a:defRPr>
            </a:lvl1pPr>
            <a:lvl2pPr marL="557199" indent="-214308" algn="just" eaLnBrk="1" hangingPunct="1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100">
                <a:solidFill>
                  <a:schemeClr val="accent2"/>
                </a:solidFill>
                <a:latin typeface="+mn-lt"/>
                <a:cs typeface="Arial" panose="020B0604020202020204" pitchFamily="34" charset="0"/>
              </a:defRPr>
            </a:lvl2pPr>
            <a:lvl3pPr marL="857228" indent="-171446" algn="just" eaLnBrk="1" hangingPunct="1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chemeClr val="accent2"/>
                </a:solidFill>
                <a:latin typeface="+mn-lt"/>
                <a:cs typeface="Arial" panose="020B0604020202020204" pitchFamily="34" charset="0"/>
              </a:defRPr>
            </a:lvl3pPr>
            <a:lvl4pPr marL="1200120" indent="-171446" algn="just" eaLnBrk="1" hangingPunct="1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500">
                <a:solidFill>
                  <a:schemeClr val="accent2"/>
                </a:solidFill>
                <a:latin typeface="+mn-lt"/>
                <a:cs typeface="Arial" panose="020B0604020202020204" pitchFamily="34" charset="0"/>
              </a:defRPr>
            </a:lvl4pPr>
            <a:lvl5pPr marL="1543012" indent="-171446" algn="just" eaLnBrk="1" hangingPunct="1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»"/>
              <a:defRPr sz="1500">
                <a:solidFill>
                  <a:schemeClr val="accent2"/>
                </a:solidFill>
                <a:latin typeface="+mn-lt"/>
                <a:cs typeface="Arial" panose="020B0604020202020204" pitchFamily="34" charset="0"/>
              </a:defRPr>
            </a:lvl5pPr>
            <a:lvl6pPr marL="1885903" indent="-171446" defTabSz="685783">
              <a:spcBef>
                <a:spcPct val="20000"/>
              </a:spcBef>
              <a:buFont typeface="Arial" pitchFamily="34" charset="0"/>
              <a:buChar char="•"/>
              <a:defRPr sz="1500">
                <a:latin typeface="+mn-lt"/>
              </a:defRPr>
            </a:lvl6pPr>
            <a:lvl7pPr marL="2228795" indent="-171446" defTabSz="685783">
              <a:spcBef>
                <a:spcPct val="20000"/>
              </a:spcBef>
              <a:buFont typeface="Arial" pitchFamily="34" charset="0"/>
              <a:buChar char="•"/>
              <a:defRPr sz="1500">
                <a:latin typeface="+mn-lt"/>
              </a:defRPr>
            </a:lvl7pPr>
            <a:lvl8pPr marL="2571686" indent="-171446" defTabSz="685783">
              <a:spcBef>
                <a:spcPct val="20000"/>
              </a:spcBef>
              <a:buFont typeface="Arial" pitchFamily="34" charset="0"/>
              <a:buChar char="•"/>
              <a:defRPr sz="1500">
                <a:latin typeface="+mn-lt"/>
              </a:defRPr>
            </a:lvl8pPr>
            <a:lvl9pPr marL="2914577" indent="-171446" defTabSz="685783">
              <a:spcBef>
                <a:spcPct val="20000"/>
              </a:spcBef>
              <a:buFont typeface="Arial" pitchFamily="34" charset="0"/>
              <a:buChar char="•"/>
              <a:defRPr sz="1500">
                <a:latin typeface="+mn-lt"/>
              </a:defRPr>
            </a:lvl9pPr>
          </a:lstStyle>
          <a:p>
            <a:pPr lvl="0"/>
            <a:r>
              <a:rPr lang="es-ES" dirty="0" smtClean="0">
                <a:latin typeface="+mj-lt"/>
              </a:rPr>
              <a:t>https://plus.google.com/+usateduperu</a:t>
            </a:r>
            <a:endParaRPr lang="es-PE" dirty="0">
              <a:latin typeface="+mj-lt"/>
            </a:endParaRPr>
          </a:p>
        </p:txBody>
      </p:sp>
      <p:sp>
        <p:nvSpPr>
          <p:cNvPr id="16" name="CuadroTexto 15"/>
          <p:cNvSpPr txBox="1"/>
          <p:nvPr userDrawn="1"/>
        </p:nvSpPr>
        <p:spPr>
          <a:xfrm>
            <a:off x="3059877" y="4749493"/>
            <a:ext cx="3009533" cy="286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lvl="0" indent="0" algn="just" eaLnBrk="1" hangingPunct="1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  <a:cs typeface="Arial" pitchFamily="34" charset="0"/>
              </a:defRPr>
            </a:lvl1pPr>
            <a:lvl2pPr marL="557199" indent="-214308" algn="just" eaLnBrk="1" hangingPunct="1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100">
                <a:solidFill>
                  <a:schemeClr val="accent2"/>
                </a:solidFill>
                <a:latin typeface="+mn-lt"/>
                <a:cs typeface="Arial" panose="020B0604020202020204" pitchFamily="34" charset="0"/>
              </a:defRPr>
            </a:lvl2pPr>
            <a:lvl3pPr marL="857228" indent="-171446" algn="just" eaLnBrk="1" hangingPunct="1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chemeClr val="accent2"/>
                </a:solidFill>
                <a:latin typeface="+mn-lt"/>
                <a:cs typeface="Arial" panose="020B0604020202020204" pitchFamily="34" charset="0"/>
              </a:defRPr>
            </a:lvl3pPr>
            <a:lvl4pPr marL="1200120" indent="-171446" algn="just" eaLnBrk="1" hangingPunct="1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500">
                <a:solidFill>
                  <a:schemeClr val="accent2"/>
                </a:solidFill>
                <a:latin typeface="+mn-lt"/>
                <a:cs typeface="Arial" panose="020B0604020202020204" pitchFamily="34" charset="0"/>
              </a:defRPr>
            </a:lvl4pPr>
            <a:lvl5pPr marL="1543012" indent="-171446" algn="just" eaLnBrk="1" hangingPunct="1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»"/>
              <a:defRPr sz="1500">
                <a:solidFill>
                  <a:schemeClr val="accent2"/>
                </a:solidFill>
                <a:latin typeface="+mn-lt"/>
                <a:cs typeface="Arial" panose="020B0604020202020204" pitchFamily="34" charset="0"/>
              </a:defRPr>
            </a:lvl5pPr>
            <a:lvl6pPr marL="1885903" indent="-171446" defTabSz="685783">
              <a:spcBef>
                <a:spcPct val="20000"/>
              </a:spcBef>
              <a:buFont typeface="Arial" pitchFamily="34" charset="0"/>
              <a:buChar char="•"/>
              <a:defRPr sz="1500">
                <a:latin typeface="+mn-lt"/>
              </a:defRPr>
            </a:lvl6pPr>
            <a:lvl7pPr marL="2228795" indent="-171446" defTabSz="685783">
              <a:spcBef>
                <a:spcPct val="20000"/>
              </a:spcBef>
              <a:buFont typeface="Arial" pitchFamily="34" charset="0"/>
              <a:buChar char="•"/>
              <a:defRPr sz="1500">
                <a:latin typeface="+mn-lt"/>
              </a:defRPr>
            </a:lvl7pPr>
            <a:lvl8pPr marL="2571686" indent="-171446" defTabSz="685783">
              <a:spcBef>
                <a:spcPct val="20000"/>
              </a:spcBef>
              <a:buFont typeface="Arial" pitchFamily="34" charset="0"/>
              <a:buChar char="•"/>
              <a:defRPr sz="1500">
                <a:latin typeface="+mn-lt"/>
              </a:defRPr>
            </a:lvl8pPr>
            <a:lvl9pPr marL="2914577" indent="-171446" defTabSz="685783">
              <a:spcBef>
                <a:spcPct val="20000"/>
              </a:spcBef>
              <a:buFont typeface="Arial" pitchFamily="34" charset="0"/>
              <a:buChar char="•"/>
              <a:defRPr sz="1500">
                <a:latin typeface="+mn-lt"/>
              </a:defRPr>
            </a:lvl9pPr>
          </a:lstStyle>
          <a:p>
            <a:pPr lvl="0"/>
            <a:r>
              <a:rPr lang="es-ES" dirty="0" smtClean="0">
                <a:latin typeface="+mj-lt"/>
              </a:rPr>
              <a:t>https://twitter.com/usatenlinea</a:t>
            </a:r>
            <a:endParaRPr lang="es-PE" dirty="0">
              <a:latin typeface="+mj-lt"/>
            </a:endParaRPr>
          </a:p>
        </p:txBody>
      </p:sp>
      <p:sp>
        <p:nvSpPr>
          <p:cNvPr id="17" name="CuadroTexto 16"/>
          <p:cNvSpPr txBox="1"/>
          <p:nvPr userDrawn="1"/>
        </p:nvSpPr>
        <p:spPr>
          <a:xfrm>
            <a:off x="3095838" y="5262621"/>
            <a:ext cx="3096345" cy="286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lvl="0" indent="0" algn="just" eaLnBrk="1" hangingPunct="1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  <a:cs typeface="Arial" pitchFamily="34" charset="0"/>
              </a:defRPr>
            </a:lvl1pPr>
            <a:lvl2pPr marL="557199" indent="-214308" algn="just" eaLnBrk="1" hangingPunct="1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100">
                <a:solidFill>
                  <a:schemeClr val="accent2"/>
                </a:solidFill>
                <a:latin typeface="+mn-lt"/>
                <a:cs typeface="Arial" panose="020B0604020202020204" pitchFamily="34" charset="0"/>
              </a:defRPr>
            </a:lvl2pPr>
            <a:lvl3pPr marL="857228" indent="-171446" algn="just" eaLnBrk="1" hangingPunct="1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chemeClr val="accent2"/>
                </a:solidFill>
                <a:latin typeface="+mn-lt"/>
                <a:cs typeface="Arial" panose="020B0604020202020204" pitchFamily="34" charset="0"/>
              </a:defRPr>
            </a:lvl3pPr>
            <a:lvl4pPr marL="1200120" indent="-171446" algn="just" eaLnBrk="1" hangingPunct="1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500">
                <a:solidFill>
                  <a:schemeClr val="accent2"/>
                </a:solidFill>
                <a:latin typeface="+mn-lt"/>
                <a:cs typeface="Arial" panose="020B0604020202020204" pitchFamily="34" charset="0"/>
              </a:defRPr>
            </a:lvl4pPr>
            <a:lvl5pPr marL="1543012" indent="-171446" algn="just" eaLnBrk="1" hangingPunct="1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»"/>
              <a:defRPr sz="1500">
                <a:solidFill>
                  <a:schemeClr val="accent2"/>
                </a:solidFill>
                <a:latin typeface="+mn-lt"/>
                <a:cs typeface="Arial" panose="020B0604020202020204" pitchFamily="34" charset="0"/>
              </a:defRPr>
            </a:lvl5pPr>
            <a:lvl6pPr marL="1885903" indent="-171446" defTabSz="685783">
              <a:spcBef>
                <a:spcPct val="20000"/>
              </a:spcBef>
              <a:buFont typeface="Arial" pitchFamily="34" charset="0"/>
              <a:buChar char="•"/>
              <a:defRPr sz="1500">
                <a:latin typeface="+mn-lt"/>
              </a:defRPr>
            </a:lvl6pPr>
            <a:lvl7pPr marL="2228795" indent="-171446" defTabSz="685783">
              <a:spcBef>
                <a:spcPct val="20000"/>
              </a:spcBef>
              <a:buFont typeface="Arial" pitchFamily="34" charset="0"/>
              <a:buChar char="•"/>
              <a:defRPr sz="1500">
                <a:latin typeface="+mn-lt"/>
              </a:defRPr>
            </a:lvl7pPr>
            <a:lvl8pPr marL="2571686" indent="-171446" defTabSz="685783">
              <a:spcBef>
                <a:spcPct val="20000"/>
              </a:spcBef>
              <a:buFont typeface="Arial" pitchFamily="34" charset="0"/>
              <a:buChar char="•"/>
              <a:defRPr sz="1500">
                <a:latin typeface="+mn-lt"/>
              </a:defRPr>
            </a:lvl8pPr>
            <a:lvl9pPr marL="2914577" indent="-171446" defTabSz="685783">
              <a:spcBef>
                <a:spcPct val="20000"/>
              </a:spcBef>
              <a:buFont typeface="Arial" pitchFamily="34" charset="0"/>
              <a:buChar char="•"/>
              <a:defRPr sz="1500">
                <a:latin typeface="+mn-lt"/>
              </a:defRPr>
            </a:lvl9pPr>
          </a:lstStyle>
          <a:p>
            <a:pPr lvl="0"/>
            <a:r>
              <a:rPr lang="es-ES" dirty="0" smtClean="0">
                <a:latin typeface="+mj-lt"/>
              </a:rPr>
              <a:t>https://www.youtube.com/user/tvusat</a:t>
            </a:r>
            <a:endParaRPr lang="es-PE" dirty="0">
              <a:latin typeface="+mj-lt"/>
            </a:endParaRPr>
          </a:p>
        </p:txBody>
      </p:sp>
      <p:sp>
        <p:nvSpPr>
          <p:cNvPr id="18" name="Título 4"/>
          <p:cNvSpPr>
            <a:spLocks noGrp="1"/>
          </p:cNvSpPr>
          <p:nvPr>
            <p:ph type="title" hasCustomPrompt="1"/>
          </p:nvPr>
        </p:nvSpPr>
        <p:spPr>
          <a:xfrm>
            <a:off x="2" y="3328105"/>
            <a:ext cx="9143998" cy="729037"/>
          </a:xfrm>
          <a:prstGeom prst="rect">
            <a:avLst/>
          </a:prstGeom>
        </p:spPr>
        <p:txBody>
          <a:bodyPr/>
          <a:lstStyle>
            <a:lvl1pPr algn="ctr">
              <a:defRPr sz="1600" b="1">
                <a:solidFill>
                  <a:srgbClr val="C00000"/>
                </a:solidFill>
              </a:defRPr>
            </a:lvl1pPr>
          </a:lstStyle>
          <a:p>
            <a:r>
              <a:rPr lang="es-ES" dirty="0" smtClean="0"/>
              <a:t>[Nombre del profesor]</a:t>
            </a:r>
            <a:br>
              <a:rPr lang="es-ES" dirty="0" smtClean="0"/>
            </a:br>
            <a:r>
              <a:rPr lang="es-ES" dirty="0" smtClean="0"/>
              <a:t>Email:  email@usat.edu.pe</a:t>
            </a:r>
          </a:p>
        </p:txBody>
      </p:sp>
    </p:spTree>
    <p:extLst>
      <p:ext uri="{BB962C8B-B14F-4D97-AF65-F5344CB8AC3E}">
        <p14:creationId xmlns:p14="http://schemas.microsoft.com/office/powerpoint/2010/main" val="23020477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 hasCustomPrompt="1"/>
          </p:nvPr>
        </p:nvSpPr>
        <p:spPr>
          <a:xfrm>
            <a:off x="457200" y="1600203"/>
            <a:ext cx="8229600" cy="4565101"/>
          </a:xfrm>
        </p:spPr>
        <p:txBody>
          <a:bodyPr/>
          <a:lstStyle>
            <a:lvl1pPr algn="just">
              <a:buClr>
                <a:schemeClr val="tx1"/>
              </a:buClr>
              <a:defRPr sz="2800" baseline="0">
                <a:solidFill>
                  <a:schemeClr val="accent2"/>
                </a:solidFill>
              </a:defRPr>
            </a:lvl1pPr>
            <a:lvl2pPr algn="just">
              <a:buClr>
                <a:schemeClr val="tx1"/>
              </a:buClr>
              <a:defRPr sz="2400">
                <a:solidFill>
                  <a:schemeClr val="accent2"/>
                </a:solidFill>
              </a:defRPr>
            </a:lvl2pPr>
            <a:lvl3pPr algn="just">
              <a:buClr>
                <a:schemeClr val="tx1"/>
              </a:buClr>
              <a:defRPr sz="2000">
                <a:solidFill>
                  <a:schemeClr val="accent2"/>
                </a:solidFill>
              </a:defRPr>
            </a:lvl3pPr>
            <a:lvl4pPr algn="just">
              <a:buClr>
                <a:schemeClr val="tx1"/>
              </a:buClr>
              <a:defRPr sz="1600">
                <a:solidFill>
                  <a:schemeClr val="accent2"/>
                </a:solidFill>
              </a:defRPr>
            </a:lvl4pPr>
            <a:lvl5pPr algn="just">
              <a:buClr>
                <a:schemeClr val="tx1"/>
              </a:buClr>
              <a:defRPr sz="1600">
                <a:solidFill>
                  <a:schemeClr val="accent2"/>
                </a:solidFill>
              </a:defRPr>
            </a:lvl5pPr>
          </a:lstStyle>
          <a:p>
            <a:pPr lvl="0"/>
            <a:r>
              <a:rPr lang="es-ES" dirty="0" smtClean="0"/>
              <a:t>Haga clic para modificar el contenido de la diapositiva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es-PE" dirty="0"/>
          </a:p>
        </p:txBody>
      </p:sp>
      <p:sp>
        <p:nvSpPr>
          <p:cNvPr id="9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-1" y="6450823"/>
            <a:ext cx="539553" cy="407179"/>
          </a:xfrm>
          <a:prstGeom prst="rect">
            <a:avLst/>
          </a:prstGeom>
        </p:spPr>
        <p:txBody>
          <a:bodyPr/>
          <a:lstStyle>
            <a:lvl1pPr algn="ctr"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fld id="{6B0A1DF6-23E7-4DCD-B668-B4A5EC7C214C}" type="slidenum">
              <a:rPr lang="es-PE" smtClean="0"/>
              <a:pPr/>
              <a:t>‹Nº›</a:t>
            </a:fld>
            <a:endParaRPr lang="es-PE" dirty="0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457200" y="365125"/>
            <a:ext cx="8229600" cy="1047651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rgbClr val="DC0D15"/>
                </a:solidFill>
              </a:defRPr>
            </a:lvl1pPr>
          </a:lstStyle>
          <a:p>
            <a:r>
              <a:rPr lang="es-ES" dirty="0" smtClean="0"/>
              <a:t>[Título de diapositivas]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2029206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Imágen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491880" y="1673775"/>
            <a:ext cx="5194920" cy="4324059"/>
          </a:xfrm>
        </p:spPr>
        <p:txBody>
          <a:bodyPr/>
          <a:lstStyle>
            <a:lvl1pPr>
              <a:buClr>
                <a:schemeClr val="tx1"/>
              </a:buClr>
              <a:defRPr sz="2800"/>
            </a:lvl1pPr>
            <a:lvl2pPr>
              <a:buClr>
                <a:schemeClr val="tx1"/>
              </a:buClr>
              <a:defRPr sz="2400"/>
            </a:lvl2pPr>
            <a:lvl3pPr>
              <a:buClr>
                <a:schemeClr val="tx1"/>
              </a:buClr>
              <a:defRPr sz="2000"/>
            </a:lvl3pPr>
            <a:lvl4pPr>
              <a:buClr>
                <a:schemeClr val="tx1"/>
              </a:buClr>
              <a:defRPr sz="1600"/>
            </a:lvl4pPr>
            <a:lvl5pPr>
              <a:buClr>
                <a:schemeClr val="tx1"/>
              </a:buClr>
              <a:defRPr sz="1600"/>
            </a:lvl5pPr>
          </a:lstStyle>
          <a:p>
            <a:pPr lvl="0"/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es-PE" dirty="0"/>
          </a:p>
        </p:txBody>
      </p:sp>
      <p:sp>
        <p:nvSpPr>
          <p:cNvPr id="5" name="Marcador de posición de imagen 4"/>
          <p:cNvSpPr>
            <a:spLocks noGrp="1"/>
          </p:cNvSpPr>
          <p:nvPr>
            <p:ph type="pic" sz="quarter" idx="10"/>
          </p:nvPr>
        </p:nvSpPr>
        <p:spPr>
          <a:xfrm>
            <a:off x="457201" y="1685926"/>
            <a:ext cx="2890838" cy="4311908"/>
          </a:xfrm>
        </p:spPr>
        <p:txBody>
          <a:bodyPr/>
          <a:lstStyle/>
          <a:p>
            <a:endParaRPr lang="es-PE"/>
          </a:p>
        </p:txBody>
      </p:sp>
      <p:sp>
        <p:nvSpPr>
          <p:cNvPr id="9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-1" y="6450823"/>
            <a:ext cx="539553" cy="407179"/>
          </a:xfrm>
          <a:prstGeom prst="rect">
            <a:avLst/>
          </a:prstGeom>
        </p:spPr>
        <p:txBody>
          <a:bodyPr/>
          <a:lstStyle>
            <a:lvl1pPr algn="ctr"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fld id="{6B0A1DF6-23E7-4DCD-B668-B4A5EC7C214C}" type="slidenum">
              <a:rPr lang="es-PE" smtClean="0"/>
              <a:pPr/>
              <a:t>‹Nº›</a:t>
            </a:fld>
            <a:endParaRPr lang="es-PE" dirty="0"/>
          </a:p>
        </p:txBody>
      </p:sp>
      <p:sp>
        <p:nvSpPr>
          <p:cNvPr id="8" name="Título 1"/>
          <p:cNvSpPr>
            <a:spLocks noGrp="1"/>
          </p:cNvSpPr>
          <p:nvPr>
            <p:ph type="title" hasCustomPrompt="1"/>
          </p:nvPr>
        </p:nvSpPr>
        <p:spPr>
          <a:xfrm>
            <a:off x="457200" y="365125"/>
            <a:ext cx="8229600" cy="1047651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rgbClr val="DC0D15"/>
                </a:solidFill>
              </a:defRPr>
            </a:lvl1pPr>
          </a:lstStyle>
          <a:p>
            <a:r>
              <a:rPr lang="es-ES" dirty="0" smtClean="0"/>
              <a:t>[Título de diapositivas]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0757030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-1" y="6450823"/>
            <a:ext cx="539553" cy="407179"/>
          </a:xfrm>
          <a:prstGeom prst="rect">
            <a:avLst/>
          </a:prstGeom>
        </p:spPr>
        <p:txBody>
          <a:bodyPr/>
          <a:lstStyle>
            <a:lvl1pPr algn="ctr"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fld id="{6B0A1DF6-23E7-4DCD-B668-B4A5EC7C214C}" type="slidenum">
              <a:rPr lang="es-PE" smtClean="0"/>
              <a:pPr/>
              <a:t>‹Nº›</a:t>
            </a:fld>
            <a:endParaRPr lang="es-PE" dirty="0"/>
          </a:p>
        </p:txBody>
      </p:sp>
      <p:sp>
        <p:nvSpPr>
          <p:cNvPr id="3" name="Rectángulo 2"/>
          <p:cNvSpPr/>
          <p:nvPr userDrawn="1"/>
        </p:nvSpPr>
        <p:spPr>
          <a:xfrm>
            <a:off x="-1" y="0"/>
            <a:ext cx="9144001" cy="1556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s-PE" sz="1050" dirty="0"/>
          </a:p>
        </p:txBody>
      </p:sp>
    </p:spTree>
    <p:extLst>
      <p:ext uri="{BB962C8B-B14F-4D97-AF65-F5344CB8AC3E}">
        <p14:creationId xmlns:p14="http://schemas.microsoft.com/office/powerpoint/2010/main" val="7420727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-1" y="6450823"/>
            <a:ext cx="539553" cy="407179"/>
          </a:xfrm>
          <a:prstGeom prst="rect">
            <a:avLst/>
          </a:prstGeom>
        </p:spPr>
        <p:txBody>
          <a:bodyPr/>
          <a:lstStyle>
            <a:lvl1pPr algn="ctr"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fld id="{6B0A1DF6-23E7-4DCD-B668-B4A5EC7C214C}" type="slidenum">
              <a:rPr lang="es-PE" smtClean="0"/>
              <a:pPr/>
              <a:t>‹Nº›</a:t>
            </a:fld>
            <a:endParaRPr lang="es-PE" dirty="0"/>
          </a:p>
        </p:txBody>
      </p:sp>
      <p:sp>
        <p:nvSpPr>
          <p:cNvPr id="5" name="Título 1"/>
          <p:cNvSpPr>
            <a:spLocks noGrp="1"/>
          </p:cNvSpPr>
          <p:nvPr>
            <p:ph type="title" hasCustomPrompt="1"/>
          </p:nvPr>
        </p:nvSpPr>
        <p:spPr>
          <a:xfrm>
            <a:off x="467544" y="2276872"/>
            <a:ext cx="6126104" cy="1512168"/>
          </a:xfrm>
          <a:prstGeom prst="rect">
            <a:avLst/>
          </a:prstGeom>
        </p:spPr>
        <p:txBody>
          <a:bodyPr/>
          <a:lstStyle>
            <a:lvl1pPr algn="ctr">
              <a:defRPr sz="4800" b="1" baseline="0">
                <a:solidFill>
                  <a:srgbClr val="C00000"/>
                </a:solidFill>
              </a:defRPr>
            </a:lvl1pPr>
          </a:lstStyle>
          <a:p>
            <a:r>
              <a:rPr lang="es-ES" dirty="0" smtClean="0"/>
              <a:t>[Título de diapositivas tamaño completo]</a:t>
            </a:r>
            <a:endParaRPr lang="es-PE" dirty="0"/>
          </a:p>
        </p:txBody>
      </p:sp>
      <p:sp>
        <p:nvSpPr>
          <p:cNvPr id="8" name="Rectángulo 7"/>
          <p:cNvSpPr/>
          <p:nvPr userDrawn="1"/>
        </p:nvSpPr>
        <p:spPr>
          <a:xfrm>
            <a:off x="-1" y="0"/>
            <a:ext cx="7740353" cy="1556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s-PE" sz="1050" dirty="0"/>
          </a:p>
        </p:txBody>
      </p: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1406" y="0"/>
            <a:ext cx="15225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2005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457200" y="1600203"/>
            <a:ext cx="8229600" cy="4324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es-PE" dirty="0" smtClean="0"/>
          </a:p>
        </p:txBody>
      </p:sp>
      <p:sp>
        <p:nvSpPr>
          <p:cNvPr id="10" name="Rectángulo 9"/>
          <p:cNvSpPr/>
          <p:nvPr userDrawn="1"/>
        </p:nvSpPr>
        <p:spPr>
          <a:xfrm>
            <a:off x="1" y="6453219"/>
            <a:ext cx="539552" cy="415187"/>
          </a:xfrm>
          <a:prstGeom prst="rect">
            <a:avLst/>
          </a:prstGeom>
          <a:solidFill>
            <a:srgbClr val="DC0D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s-PE" sz="1050" dirty="0">
              <a:solidFill>
                <a:schemeClr val="bg1"/>
              </a:solidFill>
            </a:endParaRPr>
          </a:p>
        </p:txBody>
      </p:sp>
      <p:sp>
        <p:nvSpPr>
          <p:cNvPr id="11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51929" y="6478249"/>
            <a:ext cx="4876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</a:lstStyle>
          <a:p>
            <a:fld id="{50DEC4EE-F30C-47BC-87C2-B1D405341895}" type="slidenum">
              <a:rPr lang="es-PE" smtClean="0"/>
              <a:pPr/>
              <a:t>‹Nº›</a:t>
            </a:fld>
            <a:endParaRPr lang="es-PE" dirty="0"/>
          </a:p>
        </p:txBody>
      </p:sp>
      <p:pic>
        <p:nvPicPr>
          <p:cNvPr id="12" name="Imagen 11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6120960"/>
            <a:ext cx="804519" cy="664517"/>
          </a:xfrm>
          <a:prstGeom prst="rect">
            <a:avLst/>
          </a:prstGeom>
        </p:spPr>
      </p:pic>
      <p:sp>
        <p:nvSpPr>
          <p:cNvPr id="9" name="Rectángulo 8"/>
          <p:cNvSpPr/>
          <p:nvPr userDrawn="1"/>
        </p:nvSpPr>
        <p:spPr>
          <a:xfrm>
            <a:off x="0" y="6597352"/>
            <a:ext cx="7812359" cy="188125"/>
          </a:xfrm>
          <a:prstGeom prst="rect">
            <a:avLst/>
          </a:prstGeom>
          <a:solidFill>
            <a:srgbClr val="DC0D1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s-MX" sz="1200" dirty="0" smtClean="0">
                <a:solidFill>
                  <a:schemeClr val="bg1"/>
                </a:solidFill>
                <a:latin typeface="+mj-lt"/>
              </a:rPr>
              <a:t>www.usat.edu.pe</a:t>
            </a:r>
          </a:p>
        </p:txBody>
      </p:sp>
    </p:spTree>
    <p:extLst>
      <p:ext uri="{BB962C8B-B14F-4D97-AF65-F5344CB8AC3E}">
        <p14:creationId xmlns:p14="http://schemas.microsoft.com/office/powerpoint/2010/main" val="3166905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84" r:id="rId2"/>
    <p:sldLayoutId id="2147483694" r:id="rId3"/>
    <p:sldLayoutId id="2147483695" r:id="rId4"/>
    <p:sldLayoutId id="2147483696" r:id="rId5"/>
    <p:sldLayoutId id="2147483697" r:id="rId6"/>
    <p:sldLayoutId id="2147483655" r:id="rId7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5pPr>
      <a:lvl6pPr marL="342892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6pPr>
      <a:lvl7pPr marL="685783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7pPr>
      <a:lvl8pPr marL="1028675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8pPr>
      <a:lvl9pPr marL="1371566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257168" indent="-257168" algn="just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400" kern="1200">
          <a:solidFill>
            <a:schemeClr val="accent2"/>
          </a:solidFill>
          <a:latin typeface="Arial" pitchFamily="34" charset="0"/>
          <a:ea typeface="+mn-ea"/>
          <a:cs typeface="Arial" pitchFamily="34" charset="0"/>
        </a:defRPr>
      </a:lvl1pPr>
      <a:lvl2pPr marL="557199" indent="-214308" algn="just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–"/>
        <a:defRPr sz="2100" kern="1200">
          <a:solidFill>
            <a:schemeClr val="accent2"/>
          </a:solidFill>
          <a:latin typeface="+mn-lt"/>
          <a:ea typeface="+mn-ea"/>
          <a:cs typeface="Arial" panose="020B0604020202020204" pitchFamily="34" charset="0"/>
        </a:defRPr>
      </a:lvl2pPr>
      <a:lvl3pPr marL="857228" indent="-171446" algn="just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accent2"/>
          </a:solidFill>
          <a:latin typeface="+mn-lt"/>
          <a:ea typeface="+mn-ea"/>
          <a:cs typeface="Arial" panose="020B0604020202020204" pitchFamily="34" charset="0"/>
        </a:defRPr>
      </a:lvl3pPr>
      <a:lvl4pPr marL="1200120" indent="-171446" algn="just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–"/>
        <a:defRPr sz="1500" kern="1200">
          <a:solidFill>
            <a:schemeClr val="accent2"/>
          </a:solidFill>
          <a:latin typeface="+mn-lt"/>
          <a:ea typeface="+mn-ea"/>
          <a:cs typeface="Arial" panose="020B0604020202020204" pitchFamily="34" charset="0"/>
        </a:defRPr>
      </a:lvl4pPr>
      <a:lvl5pPr marL="1543012" indent="-171446" algn="just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»"/>
        <a:defRPr sz="1500" kern="1200">
          <a:solidFill>
            <a:schemeClr val="accent2"/>
          </a:solidFill>
          <a:latin typeface="+mn-lt"/>
          <a:ea typeface="+mn-ea"/>
          <a:cs typeface="Arial" panose="020B0604020202020204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/>
          <p:cNvSpPr/>
          <p:nvPr userDrawn="1"/>
        </p:nvSpPr>
        <p:spPr>
          <a:xfrm>
            <a:off x="0" y="6597352"/>
            <a:ext cx="7884368" cy="198080"/>
          </a:xfrm>
          <a:prstGeom prst="rect">
            <a:avLst/>
          </a:prstGeom>
          <a:solidFill>
            <a:srgbClr val="DC0D1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s-MX" sz="1200" dirty="0" smtClean="0">
                <a:solidFill>
                  <a:schemeClr val="bg1"/>
                </a:solidFill>
                <a:latin typeface="+mj-lt"/>
              </a:rPr>
              <a:t>www.usat.edu.pe</a:t>
            </a:r>
          </a:p>
        </p:txBody>
      </p:sp>
      <p:sp>
        <p:nvSpPr>
          <p:cNvPr id="11268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457200" y="1600203"/>
            <a:ext cx="8229600" cy="4324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es-PE" dirty="0" smtClean="0"/>
          </a:p>
        </p:txBody>
      </p:sp>
      <p:pic>
        <p:nvPicPr>
          <p:cNvPr id="2" name="Imagen 1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684" y="6120960"/>
            <a:ext cx="804519" cy="664517"/>
          </a:xfrm>
          <a:prstGeom prst="rect">
            <a:avLst/>
          </a:prstGeom>
        </p:spPr>
      </p:pic>
      <p:sp>
        <p:nvSpPr>
          <p:cNvPr id="12" name="Rectángulo 11"/>
          <p:cNvSpPr/>
          <p:nvPr userDrawn="1"/>
        </p:nvSpPr>
        <p:spPr>
          <a:xfrm>
            <a:off x="1" y="6453219"/>
            <a:ext cx="539552" cy="415187"/>
          </a:xfrm>
          <a:prstGeom prst="rect">
            <a:avLst/>
          </a:prstGeom>
          <a:solidFill>
            <a:srgbClr val="DC0D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s-PE" sz="1050" dirty="0">
              <a:solidFill>
                <a:schemeClr val="bg1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51929" y="6478249"/>
            <a:ext cx="4876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fld id="{50DEC4EE-F30C-47BC-87C2-B1D405341895}" type="slidenum">
              <a:rPr lang="es-PE" smtClean="0"/>
              <a:pPr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513628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9" r:id="rId2"/>
    <p:sldLayoutId id="2147483685" r:id="rId3"/>
    <p:sldLayoutId id="2147483686" r:id="rId4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5pPr>
      <a:lvl6pPr marL="342892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6pPr>
      <a:lvl7pPr marL="685783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7pPr>
      <a:lvl8pPr marL="1028675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8pPr>
      <a:lvl9pPr marL="1371566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257168" indent="-257168" algn="just" rtl="0" fontAlgn="base">
        <a:spcBef>
          <a:spcPct val="200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400" kern="1200">
          <a:solidFill>
            <a:schemeClr val="accent2"/>
          </a:solidFill>
          <a:latin typeface="+mn-lt"/>
          <a:ea typeface="+mn-ea"/>
          <a:cs typeface="Arial" pitchFamily="34" charset="0"/>
        </a:defRPr>
      </a:lvl1pPr>
      <a:lvl2pPr marL="557199" indent="-214308" algn="just" rtl="0" fontAlgn="base">
        <a:spcBef>
          <a:spcPct val="200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–"/>
        <a:defRPr sz="2100" kern="1200">
          <a:solidFill>
            <a:schemeClr val="accent2"/>
          </a:solidFill>
          <a:latin typeface="+mn-lt"/>
          <a:ea typeface="+mn-ea"/>
          <a:cs typeface="Arial" panose="020B0604020202020204" pitchFamily="34" charset="0"/>
        </a:defRPr>
      </a:lvl2pPr>
      <a:lvl3pPr marL="857228" indent="-171446" algn="just" rtl="0" fontAlgn="base">
        <a:spcBef>
          <a:spcPct val="200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accent2"/>
          </a:solidFill>
          <a:latin typeface="+mn-lt"/>
          <a:ea typeface="+mn-ea"/>
          <a:cs typeface="Arial" panose="020B0604020202020204" pitchFamily="34" charset="0"/>
        </a:defRPr>
      </a:lvl3pPr>
      <a:lvl4pPr marL="1200120" indent="-171446" algn="just" rtl="0" fontAlgn="base">
        <a:spcBef>
          <a:spcPct val="200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–"/>
        <a:defRPr sz="1500" kern="1200">
          <a:solidFill>
            <a:schemeClr val="accent2"/>
          </a:solidFill>
          <a:latin typeface="+mn-lt"/>
          <a:ea typeface="+mn-ea"/>
          <a:cs typeface="Arial" panose="020B0604020202020204" pitchFamily="34" charset="0"/>
        </a:defRPr>
      </a:lvl4pPr>
      <a:lvl5pPr marL="1543012" indent="-171446" algn="just" rtl="0" fontAlgn="base">
        <a:spcBef>
          <a:spcPct val="200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»"/>
        <a:defRPr sz="1500" kern="1200">
          <a:solidFill>
            <a:schemeClr val="accent2"/>
          </a:solidFill>
          <a:latin typeface="+mn-lt"/>
          <a:ea typeface="+mn-ea"/>
          <a:cs typeface="Arial" panose="020B0604020202020204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mailto:Scastillo@usat.edu.pe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ubtítulo 20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PE" dirty="0"/>
              <a:t>Segundo José Castillo Zumaran</a:t>
            </a:r>
          </a:p>
          <a:p>
            <a:r>
              <a:rPr lang="es-PE" dirty="0">
                <a:hlinkClick r:id="rId2"/>
              </a:rPr>
              <a:t>s</a:t>
            </a:r>
            <a:r>
              <a:rPr lang="es-PE" dirty="0" smtClean="0">
                <a:hlinkClick r:id="rId2"/>
              </a:rPr>
              <a:t>castillo@usat.edu.pe</a:t>
            </a:r>
            <a:endParaRPr lang="es-PE" dirty="0" smtClean="0"/>
          </a:p>
          <a:p>
            <a:r>
              <a:rPr lang="es-PE" dirty="0" smtClean="0"/>
              <a:t>Ingeniería de sistemas y computación</a:t>
            </a:r>
            <a:endParaRPr lang="es-PE" dirty="0"/>
          </a:p>
        </p:txBody>
      </p:sp>
      <p:pic>
        <p:nvPicPr>
          <p:cNvPr id="2" name="Marcador de posición de imagen 1"/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55" r="19255"/>
          <a:stretch>
            <a:fillRect/>
          </a:stretch>
        </p:blipFill>
        <p:spPr/>
      </p:pic>
      <p:sp>
        <p:nvSpPr>
          <p:cNvPr id="20" name="Título 1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sz="3400" dirty="0"/>
              <a:t>Consultas de datos. </a:t>
            </a:r>
            <a:r>
              <a:rPr lang="es-PE" sz="3400" dirty="0" smtClean="0"/>
              <a:t/>
            </a:r>
            <a:br>
              <a:rPr lang="es-PE" sz="3400" dirty="0" smtClean="0"/>
            </a:br>
            <a:r>
              <a:rPr lang="es-PE" sz="3400" dirty="0" smtClean="0"/>
              <a:t>Sub </a:t>
            </a:r>
            <a:r>
              <a:rPr lang="es-PE" sz="3400" dirty="0"/>
              <a:t>consultas y clausula </a:t>
            </a:r>
            <a:r>
              <a:rPr lang="es-PE" sz="3400" dirty="0" err="1">
                <a:solidFill>
                  <a:srgbClr val="002060"/>
                </a:solidFill>
              </a:rPr>
              <a:t>Group</a:t>
            </a:r>
            <a:r>
              <a:rPr lang="es-PE" sz="3400" dirty="0">
                <a:solidFill>
                  <a:srgbClr val="002060"/>
                </a:solidFill>
              </a:rPr>
              <a:t> </a:t>
            </a:r>
            <a:r>
              <a:rPr lang="es-PE" sz="3400" dirty="0" err="1">
                <a:solidFill>
                  <a:srgbClr val="002060"/>
                </a:solidFill>
              </a:rPr>
              <a:t>by</a:t>
            </a:r>
            <a:r>
              <a:rPr lang="es-PE" sz="3400" dirty="0">
                <a:solidFill>
                  <a:srgbClr val="002060"/>
                </a:solidFill>
              </a:rPr>
              <a:t>, </a:t>
            </a:r>
            <a:r>
              <a:rPr lang="es-PE" sz="3400" dirty="0" err="1" smtClean="0">
                <a:solidFill>
                  <a:srgbClr val="002060"/>
                </a:solidFill>
              </a:rPr>
              <a:t>Having</a:t>
            </a:r>
            <a:endParaRPr lang="es-PE" sz="3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1786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posición de imagen 4"/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58" b="6558"/>
          <a:stretch>
            <a:fillRect/>
          </a:stretch>
        </p:blipFill>
        <p:spPr>
          <a:xfrm>
            <a:off x="6076925" y="1772816"/>
            <a:ext cx="2735262" cy="2952328"/>
          </a:xfrm>
        </p:spPr>
      </p:pic>
      <p:sp>
        <p:nvSpPr>
          <p:cNvPr id="4" name="Marcador de texto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PE" dirty="0" smtClean="0"/>
              <a:t>Elaborar consultas que recuperen información resumida con la clausula </a:t>
            </a:r>
            <a:r>
              <a:rPr lang="es-PE" dirty="0" err="1" smtClean="0"/>
              <a:t>Group</a:t>
            </a:r>
            <a:r>
              <a:rPr lang="es-PE" dirty="0" smtClean="0"/>
              <a:t> </a:t>
            </a:r>
            <a:r>
              <a:rPr lang="es-PE" dirty="0" err="1" smtClean="0"/>
              <a:t>By</a:t>
            </a:r>
            <a:r>
              <a:rPr lang="es-PE" dirty="0" smtClean="0"/>
              <a:t> y </a:t>
            </a:r>
            <a:r>
              <a:rPr lang="es-PE" dirty="0" err="1" smtClean="0"/>
              <a:t>Having</a:t>
            </a:r>
            <a:endParaRPr lang="es-PE" dirty="0" smtClean="0"/>
          </a:p>
          <a:p>
            <a:r>
              <a:rPr lang="es-PE" b="1" dirty="0" smtClean="0"/>
              <a:t>Elaborar consultas complejas utilizando sub consultas.</a:t>
            </a:r>
            <a:endParaRPr lang="es-PE" b="1" dirty="0"/>
          </a:p>
        </p:txBody>
      </p:sp>
      <p:sp>
        <p:nvSpPr>
          <p:cNvPr id="10" name="Marcador de número de diapositiva 9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B0A1DF6-23E7-4DCD-B668-B4A5EC7C214C}" type="slidenum">
              <a:rPr lang="es-PE" smtClean="0"/>
              <a:pPr/>
              <a:t>2</a:t>
            </a:fld>
            <a:endParaRPr lang="es-PE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Objetivos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454483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B0A1DF6-23E7-4DCD-B668-B4A5EC7C214C}" type="slidenum">
              <a:rPr lang="es-PE" smtClean="0"/>
              <a:pPr/>
              <a:t>3</a:t>
            </a:fld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s-PE" dirty="0" smtClean="0"/>
              <a:t>Funciones resumen y uso de la Clausula GROUP BY, HAVING</a:t>
            </a:r>
          </a:p>
          <a:p>
            <a:r>
              <a:rPr lang="es-PE" dirty="0" smtClean="0"/>
              <a:t>Implementación de consultas con el uso de as clausulas </a:t>
            </a:r>
            <a:r>
              <a:rPr lang="es-PE" dirty="0"/>
              <a:t>GROUP BY, </a:t>
            </a:r>
            <a:r>
              <a:rPr lang="es-PE" dirty="0" smtClean="0"/>
              <a:t>HAVING</a:t>
            </a:r>
          </a:p>
          <a:p>
            <a:r>
              <a:rPr lang="es-PE" dirty="0" smtClean="0"/>
              <a:t>Uso de sub consultas</a:t>
            </a:r>
            <a:endParaRPr lang="es-PE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Lista de contenido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34883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B0A1DF6-23E7-4DCD-B668-B4A5EC7C214C}" type="slidenum">
              <a:rPr lang="es-PE" smtClean="0"/>
              <a:pPr/>
              <a:t>4</a:t>
            </a:fld>
            <a:endParaRPr lang="es-PE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>
                <a:solidFill>
                  <a:schemeClr val="tx1"/>
                </a:solidFill>
              </a:rPr>
              <a:t>Funciones resumen o de agregado</a:t>
            </a:r>
            <a:endParaRPr lang="es-PE" dirty="0"/>
          </a:p>
        </p:txBody>
      </p:sp>
      <p:grpSp>
        <p:nvGrpSpPr>
          <p:cNvPr id="25" name="Grupo 24"/>
          <p:cNvGrpSpPr/>
          <p:nvPr/>
        </p:nvGrpSpPr>
        <p:grpSpPr>
          <a:xfrm>
            <a:off x="420489" y="1314684"/>
            <a:ext cx="8299450" cy="4432298"/>
            <a:chOff x="420489" y="1314684"/>
            <a:chExt cx="8299450" cy="4432298"/>
          </a:xfrm>
        </p:grpSpPr>
        <p:sp>
          <p:nvSpPr>
            <p:cNvPr id="5" name="Rectangle 28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 flipH="1">
              <a:off x="718939" y="1314684"/>
              <a:ext cx="4724400" cy="533400"/>
            </a:xfrm>
            <a:prstGeom prst="rect">
              <a:avLst/>
            </a:prstGeom>
            <a:gradFill rotWithShape="0">
              <a:gsLst>
                <a:gs pos="0">
                  <a:srgbClr val="FFCC66"/>
                </a:gs>
                <a:gs pos="100000">
                  <a:srgbClr val="FCFEB9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PE"/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420489" y="1663934"/>
              <a:ext cx="2584450" cy="457200"/>
            </a:xfrm>
            <a:prstGeom prst="rect">
              <a:avLst/>
            </a:prstGeom>
            <a:gradFill rotWithShape="0">
              <a:gsLst>
                <a:gs pos="0">
                  <a:srgbClr val="333399"/>
                </a:gs>
                <a:gs pos="100000">
                  <a:srgbClr val="3399FF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25724" dir="2700000" algn="ctr" rotWithShape="0">
                <a:srgbClr val="C0C0C0"/>
              </a:outerShdw>
            </a:effectLst>
          </p:spPr>
          <p:txBody>
            <a:bodyPr wrap="none" anchor="ctr"/>
            <a:lstStyle>
              <a:lvl1pPr>
                <a:tabLst>
                  <a:tab pos="165735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tabLst>
                  <a:tab pos="165735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tabLst>
                  <a:tab pos="165735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tabLst>
                  <a:tab pos="165735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tabLst>
                  <a:tab pos="165735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65735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65735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65735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65735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sz="1900" b="1" i="1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</a:rPr>
                <a:t>Función de agregado</a:t>
              </a:r>
              <a:endParaRPr lang="en-US" altLang="en-US" sz="2000" b="1" i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420489" y="2121134"/>
              <a:ext cx="2584450" cy="4254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C0C0C0"/>
              </a:outerShdw>
            </a:effectLst>
          </p:spPr>
          <p:txBody>
            <a:bodyPr wrap="none" lIns="182880" tIns="182880" rIns="182880" bIns="182880" anchor="ctr"/>
            <a:lstStyle/>
            <a:p>
              <a:r>
                <a:rPr lang="en-US" sz="1700" dirty="0">
                  <a:solidFill>
                    <a:srgbClr val="000000"/>
                  </a:solidFill>
                  <a:latin typeface="Arial" panose="020B0604020202020204" pitchFamily="34" charset="0"/>
                </a:rPr>
                <a:t>AVG</a:t>
              </a:r>
              <a:endParaRPr lang="en-US" altLang="en-US" sz="1800" dirty="0">
                <a:latin typeface="Arial" panose="020B0604020202020204" pitchFamily="34" charset="0"/>
              </a:endParaRPr>
            </a:p>
          </p:txBody>
        </p:sp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420489" y="2546584"/>
              <a:ext cx="2584450" cy="457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C0C0C0"/>
              </a:outerShdw>
            </a:effectLst>
          </p:spPr>
          <p:txBody>
            <a:bodyPr wrap="none" lIns="182880" tIns="182880" rIns="182880" bIns="182880" anchor="ctr"/>
            <a:lstStyle/>
            <a:p>
              <a:r>
                <a:rPr lang="en-US" sz="1700" dirty="0">
                  <a:solidFill>
                    <a:srgbClr val="000000"/>
                  </a:solidFill>
                  <a:latin typeface="Arial" panose="020B0604020202020204" pitchFamily="34" charset="0"/>
                </a:rPr>
                <a:t>COUNT</a:t>
              </a:r>
              <a:endParaRPr lang="en-US" altLang="en-US" sz="1800" dirty="0">
                <a:latin typeface="Arial" panose="020B0604020202020204" pitchFamily="34" charset="0"/>
              </a:endParaRPr>
            </a:p>
          </p:txBody>
        </p:sp>
        <p:sp>
          <p:nvSpPr>
            <p:cNvPr id="9" name="Rectangle 10"/>
            <p:cNvSpPr>
              <a:spLocks noChangeArrowheads="1"/>
            </p:cNvSpPr>
            <p:nvPr/>
          </p:nvSpPr>
          <p:spPr bwMode="auto">
            <a:xfrm>
              <a:off x="420489" y="3003784"/>
              <a:ext cx="2584450" cy="457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C0C0C0"/>
              </a:outerShdw>
            </a:effectLst>
          </p:spPr>
          <p:txBody>
            <a:bodyPr wrap="none" lIns="182880" tIns="182880" rIns="182880" bIns="182880" anchor="ctr"/>
            <a:lstStyle/>
            <a:p>
              <a:r>
                <a:rPr lang="en-US" sz="1700" dirty="0">
                  <a:solidFill>
                    <a:srgbClr val="000000"/>
                  </a:solidFill>
                  <a:latin typeface="Arial" panose="020B0604020202020204" pitchFamily="34" charset="0"/>
                </a:rPr>
                <a:t>COUNT (*)</a:t>
              </a:r>
              <a:endParaRPr lang="en-US" altLang="en-US" sz="1700" dirty="0">
                <a:latin typeface="Arial" panose="020B0604020202020204" pitchFamily="34" charset="0"/>
              </a:endParaRPr>
            </a:p>
          </p:txBody>
        </p:sp>
        <p:sp>
          <p:nvSpPr>
            <p:cNvPr id="10" name="Rectangle 12"/>
            <p:cNvSpPr>
              <a:spLocks noChangeArrowheads="1"/>
            </p:cNvSpPr>
            <p:nvPr/>
          </p:nvSpPr>
          <p:spPr bwMode="auto">
            <a:xfrm>
              <a:off x="420489" y="4375382"/>
              <a:ext cx="2584450" cy="457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C0C0C0"/>
              </a:outerShdw>
            </a:effectLst>
          </p:spPr>
          <p:txBody>
            <a:bodyPr wrap="none" lIns="182880" tIns="182880" rIns="182880" bIns="182880" anchor="ctr"/>
            <a:lstStyle/>
            <a:p>
              <a:r>
                <a:rPr lang="en-US" sz="1700" dirty="0">
                  <a:solidFill>
                    <a:srgbClr val="000000"/>
                  </a:solidFill>
                  <a:latin typeface="Arial" panose="020B0604020202020204" pitchFamily="34" charset="0"/>
                </a:rPr>
                <a:t>MAX</a:t>
              </a:r>
              <a:endParaRPr lang="en-US" altLang="en-US" sz="1800" dirty="0">
                <a:latin typeface="Arial" panose="020B0604020202020204" pitchFamily="34" charset="0"/>
              </a:endParaRPr>
            </a:p>
          </p:txBody>
        </p:sp>
        <p:sp>
          <p:nvSpPr>
            <p:cNvPr id="11" name="Rectangle 14"/>
            <p:cNvSpPr>
              <a:spLocks noChangeArrowheads="1"/>
            </p:cNvSpPr>
            <p:nvPr/>
          </p:nvSpPr>
          <p:spPr bwMode="auto">
            <a:xfrm>
              <a:off x="420489" y="4832582"/>
              <a:ext cx="2584450" cy="457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C0C0C0"/>
              </a:outerShdw>
            </a:effectLst>
          </p:spPr>
          <p:txBody>
            <a:bodyPr wrap="none" lIns="182880" tIns="182880" rIns="182880" bIns="182880" anchor="ctr"/>
            <a:lstStyle/>
            <a:p>
              <a:r>
                <a:rPr lang="en-US" sz="1700" dirty="0">
                  <a:solidFill>
                    <a:srgbClr val="000000"/>
                  </a:solidFill>
                  <a:latin typeface="Arial" panose="020B0604020202020204" pitchFamily="34" charset="0"/>
                </a:rPr>
                <a:t>MIN</a:t>
              </a:r>
              <a:endParaRPr lang="en-US" altLang="en-US" sz="1800" dirty="0">
                <a:latin typeface="Arial" panose="020B0604020202020204" pitchFamily="34" charset="0"/>
              </a:endParaRPr>
            </a:p>
          </p:txBody>
        </p:sp>
        <p:sp>
          <p:nvSpPr>
            <p:cNvPr id="12" name="Rectangle 16"/>
            <p:cNvSpPr>
              <a:spLocks noChangeArrowheads="1"/>
            </p:cNvSpPr>
            <p:nvPr/>
          </p:nvSpPr>
          <p:spPr bwMode="auto">
            <a:xfrm>
              <a:off x="420489" y="5289782"/>
              <a:ext cx="2584450" cy="457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C0C0C0"/>
              </a:outerShdw>
            </a:effectLst>
          </p:spPr>
          <p:txBody>
            <a:bodyPr wrap="none" lIns="182880" tIns="182880" rIns="182880" bIns="182880" anchor="ctr"/>
            <a:lstStyle/>
            <a:p>
              <a:r>
                <a:rPr lang="en-US" sz="1700" dirty="0">
                  <a:solidFill>
                    <a:srgbClr val="000000"/>
                  </a:solidFill>
                  <a:latin typeface="Arial" panose="020B0604020202020204" pitchFamily="34" charset="0"/>
                </a:rPr>
                <a:t>SUM</a:t>
              </a:r>
              <a:endParaRPr lang="en-US" altLang="en-US" sz="1800" dirty="0">
                <a:latin typeface="Arial" panose="020B0604020202020204" pitchFamily="34" charset="0"/>
              </a:endParaRPr>
            </a:p>
          </p:txBody>
        </p:sp>
        <p:grpSp>
          <p:nvGrpSpPr>
            <p:cNvPr id="13" name="Group 71"/>
            <p:cNvGrpSpPr>
              <a:grpSpLocks/>
            </p:cNvGrpSpPr>
            <p:nvPr/>
          </p:nvGrpSpPr>
          <p:grpSpPr bwMode="auto">
            <a:xfrm>
              <a:off x="3004939" y="1663934"/>
              <a:ext cx="5715000" cy="4078290"/>
              <a:chOff x="1920" y="864"/>
              <a:chExt cx="3600" cy="2569"/>
            </a:xfrm>
          </p:grpSpPr>
          <p:sp>
            <p:nvSpPr>
              <p:cNvPr id="14" name="Rectangle 5"/>
              <p:cNvSpPr>
                <a:spLocks noChangeArrowheads="1"/>
              </p:cNvSpPr>
              <p:nvPr/>
            </p:nvSpPr>
            <p:spPr bwMode="auto">
              <a:xfrm>
                <a:off x="1920" y="864"/>
                <a:ext cx="3600" cy="288"/>
              </a:xfrm>
              <a:prstGeom prst="rect">
                <a:avLst/>
              </a:prstGeom>
              <a:gradFill rotWithShape="0">
                <a:gsLst>
                  <a:gs pos="0">
                    <a:srgbClr val="333399"/>
                  </a:gs>
                  <a:gs pos="100000">
                    <a:srgbClr val="3399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25724" dir="2700000" algn="ctr" rotWithShape="0">
                  <a:srgbClr val="C0C0C0"/>
                </a:outerShdw>
              </a:effectLst>
            </p:spPr>
            <p:txBody>
              <a:bodyPr wrap="none" anchor="ctr"/>
              <a:lstStyle>
                <a:lvl1pPr>
                  <a:tabLst>
                    <a:tab pos="165735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165735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165735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165735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165735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65735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65735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65735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65735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sz="1900" b="1" i="1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" panose="020B0604020202020204" pitchFamily="34" charset="0"/>
                  </a:rPr>
                  <a:t>Descripción</a:t>
                </a:r>
                <a:endParaRPr lang="en-US" altLang="en-US" sz="2000" b="1" i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</a:endParaRPr>
              </a:p>
            </p:txBody>
          </p:sp>
          <p:sp>
            <p:nvSpPr>
              <p:cNvPr id="15" name="Rectangle 7"/>
              <p:cNvSpPr>
                <a:spLocks noChangeArrowheads="1"/>
              </p:cNvSpPr>
              <p:nvPr/>
            </p:nvSpPr>
            <p:spPr bwMode="auto">
              <a:xfrm>
                <a:off x="1920" y="1152"/>
                <a:ext cx="3600" cy="26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C0C0C0"/>
                </a:outerShdw>
              </a:effectLst>
            </p:spPr>
            <p:txBody>
              <a:bodyPr wrap="none" lIns="182880" tIns="182880" rIns="182880" bIns="182880" anchor="ctr"/>
              <a:lstStyle/>
              <a:p>
                <a:r>
                  <a:rPr lang="en-US" sz="1500">
                    <a:solidFill>
                      <a:srgbClr val="000000"/>
                    </a:solidFill>
                    <a:latin typeface="Arial" panose="020B0604020202020204" pitchFamily="34" charset="0"/>
                  </a:rPr>
                  <a:t>Promedio de valores en una expresión numérica</a:t>
                </a:r>
                <a:endParaRPr lang="en-US" altLang="en-US" sz="1600">
                  <a:latin typeface="Arial" panose="020B0604020202020204" pitchFamily="34" charset="0"/>
                </a:endParaRPr>
              </a:p>
            </p:txBody>
          </p:sp>
          <p:sp>
            <p:nvSpPr>
              <p:cNvPr id="16" name="Rectangle 9"/>
              <p:cNvSpPr>
                <a:spLocks noChangeArrowheads="1"/>
              </p:cNvSpPr>
              <p:nvPr/>
            </p:nvSpPr>
            <p:spPr bwMode="auto">
              <a:xfrm>
                <a:off x="1920" y="1420"/>
                <a:ext cx="3600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C0C0C0"/>
                </a:outerShdw>
              </a:effectLst>
            </p:spPr>
            <p:txBody>
              <a:bodyPr wrap="none" lIns="182880" tIns="182880" rIns="182880" bIns="182880" anchor="ctr"/>
              <a:lstStyle/>
              <a:p>
                <a:r>
                  <a:rPr lang="en-US" sz="1500">
                    <a:solidFill>
                      <a:srgbClr val="000000"/>
                    </a:solidFill>
                    <a:latin typeface="Arial" panose="020B0604020202020204" pitchFamily="34" charset="0"/>
                  </a:rPr>
                  <a:t>Número de valores en una expresión</a:t>
                </a:r>
                <a:endParaRPr lang="en-US" altLang="en-US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17" name="Rectangle 11"/>
              <p:cNvSpPr>
                <a:spLocks noChangeArrowheads="1"/>
              </p:cNvSpPr>
              <p:nvPr/>
            </p:nvSpPr>
            <p:spPr bwMode="auto">
              <a:xfrm>
                <a:off x="1920" y="1708"/>
                <a:ext cx="3600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C0C0C0"/>
                </a:outerShdw>
              </a:effectLst>
            </p:spPr>
            <p:txBody>
              <a:bodyPr wrap="none" lIns="182880" tIns="182880" rIns="182880" bIns="182880" anchor="ctr"/>
              <a:lstStyle/>
              <a:p>
                <a:r>
                  <a:rPr lang="en-US" sz="1500" dirty="0" err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Número</a:t>
                </a:r>
                <a:r>
                  <a:rPr lang="en-US" sz="15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de </a:t>
                </a:r>
                <a:r>
                  <a:rPr lang="en-US" sz="1500" dirty="0" err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filas</a:t>
                </a:r>
                <a:r>
                  <a:rPr lang="en-US" sz="15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US" sz="1500" dirty="0" err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seleccionadas</a:t>
                </a:r>
                <a:endParaRPr lang="en-US" altLang="en-US" sz="15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8" name="Rectangle 13"/>
              <p:cNvSpPr>
                <a:spLocks noChangeArrowheads="1"/>
              </p:cNvSpPr>
              <p:nvPr/>
            </p:nvSpPr>
            <p:spPr bwMode="auto">
              <a:xfrm>
                <a:off x="1920" y="2569"/>
                <a:ext cx="3600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C0C0C0"/>
                </a:outerShdw>
              </a:effectLst>
            </p:spPr>
            <p:txBody>
              <a:bodyPr wrap="none" lIns="182880" tIns="182880" rIns="182880" bIns="182880" anchor="ctr"/>
              <a:lstStyle/>
              <a:p>
                <a:r>
                  <a:rPr lang="en-US" sz="15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Valor </a:t>
                </a:r>
                <a:r>
                  <a:rPr lang="en-US" sz="1500" dirty="0" err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más</a:t>
                </a:r>
                <a:r>
                  <a:rPr lang="en-US" sz="15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alto en la </a:t>
                </a:r>
                <a:r>
                  <a:rPr lang="en-US" sz="1500" dirty="0" err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expresión</a:t>
                </a:r>
                <a:endParaRPr lang="en-US" altLang="en-US" sz="15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9" name="Rectangle 15"/>
              <p:cNvSpPr>
                <a:spLocks noChangeArrowheads="1"/>
              </p:cNvSpPr>
              <p:nvPr/>
            </p:nvSpPr>
            <p:spPr bwMode="auto">
              <a:xfrm>
                <a:off x="1920" y="2857"/>
                <a:ext cx="3600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C0C0C0"/>
                </a:outerShdw>
              </a:effectLst>
            </p:spPr>
            <p:txBody>
              <a:bodyPr wrap="none" lIns="182880" tIns="182880" rIns="182880" bIns="182880" anchor="ctr"/>
              <a:lstStyle/>
              <a:p>
                <a:r>
                  <a:rPr lang="en-US" sz="15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Valor </a:t>
                </a:r>
                <a:r>
                  <a:rPr lang="en-US" sz="1500" dirty="0" err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más</a:t>
                </a:r>
                <a:r>
                  <a:rPr lang="en-US" sz="15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US" sz="1500" dirty="0" err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bajo</a:t>
                </a:r>
                <a:r>
                  <a:rPr lang="en-US" sz="15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en la </a:t>
                </a:r>
                <a:r>
                  <a:rPr lang="en-US" sz="1500" dirty="0" err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expresión</a:t>
                </a:r>
                <a:endParaRPr lang="en-US" altLang="en-US" sz="15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0" name="Rectangle 17"/>
              <p:cNvSpPr>
                <a:spLocks noChangeArrowheads="1"/>
              </p:cNvSpPr>
              <p:nvPr/>
            </p:nvSpPr>
            <p:spPr bwMode="auto">
              <a:xfrm>
                <a:off x="1920" y="3145"/>
                <a:ext cx="3600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C0C0C0"/>
                </a:outerShdw>
              </a:effectLst>
            </p:spPr>
            <p:txBody>
              <a:bodyPr wrap="none" lIns="182880" tIns="182880" rIns="182880" bIns="182880" anchor="ctr"/>
              <a:lstStyle/>
              <a:p>
                <a:r>
                  <a:rPr lang="en-US" sz="1500">
                    <a:solidFill>
                      <a:srgbClr val="000000"/>
                    </a:solidFill>
                    <a:latin typeface="Arial" panose="020B0604020202020204" pitchFamily="34" charset="0"/>
                  </a:rPr>
                  <a:t>Valores totales en una expresión numérica</a:t>
                </a:r>
                <a:endParaRPr lang="en-US" altLang="en-US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" name="Rectangle 10"/>
            <p:cNvSpPr>
              <a:spLocks noChangeArrowheads="1"/>
            </p:cNvSpPr>
            <p:nvPr/>
          </p:nvSpPr>
          <p:spPr bwMode="auto">
            <a:xfrm>
              <a:off x="420489" y="3465740"/>
              <a:ext cx="2584450" cy="457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C0C0C0"/>
              </a:outerShdw>
            </a:effectLst>
          </p:spPr>
          <p:txBody>
            <a:bodyPr wrap="none" lIns="182880" tIns="182880" rIns="182880" bIns="182880" anchor="ctr"/>
            <a:lstStyle/>
            <a:p>
              <a:r>
                <a:rPr lang="en-US" sz="1700" dirty="0">
                  <a:solidFill>
                    <a:srgbClr val="000000"/>
                  </a:solidFill>
                  <a:latin typeface="Arial" panose="020B0604020202020204" pitchFamily="34" charset="0"/>
                </a:rPr>
                <a:t>COUNT </a:t>
              </a:r>
              <a:r>
                <a:rPr lang="en-US" sz="1700" dirty="0" smtClean="0">
                  <a:solidFill>
                    <a:srgbClr val="000000"/>
                  </a:solidFill>
                  <a:latin typeface="Arial" panose="020B0604020202020204" pitchFamily="34" charset="0"/>
                </a:rPr>
                <a:t>(campo)</a:t>
              </a:r>
              <a:endParaRPr lang="en-US" altLang="en-US" sz="1700" dirty="0">
                <a:latin typeface="Arial" panose="020B0604020202020204" pitchFamily="34" charset="0"/>
              </a:endParaRPr>
            </a:p>
          </p:txBody>
        </p:sp>
        <p:sp>
          <p:nvSpPr>
            <p:cNvPr id="22" name="Rectangle 10"/>
            <p:cNvSpPr>
              <a:spLocks noChangeArrowheads="1"/>
            </p:cNvSpPr>
            <p:nvPr/>
          </p:nvSpPr>
          <p:spPr bwMode="auto">
            <a:xfrm>
              <a:off x="420489" y="3908664"/>
              <a:ext cx="2584450" cy="457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C0C0C0"/>
              </a:outerShdw>
            </a:effectLst>
          </p:spPr>
          <p:txBody>
            <a:bodyPr wrap="none" lIns="182880" tIns="182880" rIns="182880" bIns="182880" anchor="ctr"/>
            <a:lstStyle/>
            <a:p>
              <a:r>
                <a:rPr lang="en-US" sz="1700" dirty="0">
                  <a:solidFill>
                    <a:srgbClr val="000000"/>
                  </a:solidFill>
                  <a:latin typeface="Arial" panose="020B0604020202020204" pitchFamily="34" charset="0"/>
                </a:rPr>
                <a:t>COUNT </a:t>
              </a:r>
              <a:r>
                <a:rPr lang="en-US" sz="1700" dirty="0" smtClean="0">
                  <a:solidFill>
                    <a:srgbClr val="000000"/>
                  </a:solidFill>
                  <a:latin typeface="Arial" panose="020B0604020202020204" pitchFamily="34" charset="0"/>
                </a:rPr>
                <a:t>(distinct campo)</a:t>
              </a:r>
              <a:endParaRPr lang="en-US" altLang="en-US" sz="1700" dirty="0">
                <a:latin typeface="Arial" panose="020B0604020202020204" pitchFamily="34" charset="0"/>
              </a:endParaRPr>
            </a:p>
          </p:txBody>
        </p:sp>
        <p:sp>
          <p:nvSpPr>
            <p:cNvPr id="23" name="Rectangle 13"/>
            <p:cNvSpPr>
              <a:spLocks noChangeArrowheads="1"/>
            </p:cNvSpPr>
            <p:nvPr/>
          </p:nvSpPr>
          <p:spPr bwMode="auto">
            <a:xfrm>
              <a:off x="3004939" y="3903905"/>
              <a:ext cx="5715000" cy="457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C0C0C0"/>
              </a:outerShdw>
            </a:effectLst>
          </p:spPr>
          <p:txBody>
            <a:bodyPr wrap="none" lIns="182880" tIns="182880" rIns="182880" bIns="182880" anchor="ctr"/>
            <a:lstStyle/>
            <a:p>
              <a:r>
                <a:rPr lang="en-US" sz="1500" dirty="0" err="1" smtClean="0">
                  <a:solidFill>
                    <a:srgbClr val="000000"/>
                  </a:solidFill>
                  <a:latin typeface="Arial" panose="020B0604020202020204" pitchFamily="34" charset="0"/>
                </a:rPr>
                <a:t>Número</a:t>
              </a:r>
              <a:r>
                <a:rPr lang="en-US" sz="1500" dirty="0" smtClean="0">
                  <a:solidFill>
                    <a:srgbClr val="000000"/>
                  </a:solidFill>
                  <a:latin typeface="Arial" panose="020B0604020202020204" pitchFamily="34" charset="0"/>
                </a:rPr>
                <a:t> de </a:t>
              </a:r>
              <a:r>
                <a:rPr lang="en-US" sz="1500" dirty="0" err="1" smtClean="0">
                  <a:solidFill>
                    <a:srgbClr val="000000"/>
                  </a:solidFill>
                  <a:latin typeface="Arial" panose="020B0604020202020204" pitchFamily="34" charset="0"/>
                </a:rPr>
                <a:t>valores</a:t>
              </a:r>
              <a:r>
                <a:rPr lang="en-US" sz="1500" dirty="0" smtClean="0">
                  <a:solidFill>
                    <a:srgbClr val="000000"/>
                  </a:solidFill>
                  <a:latin typeface="Arial" panose="020B0604020202020204" pitchFamily="34" charset="0"/>
                </a:rPr>
                <a:t> </a:t>
              </a:r>
              <a:r>
                <a:rPr lang="en-US" sz="1500" dirty="0" err="1" smtClean="0">
                  <a:solidFill>
                    <a:srgbClr val="000000"/>
                  </a:solidFill>
                  <a:latin typeface="Arial" panose="020B0604020202020204" pitchFamily="34" charset="0"/>
                </a:rPr>
                <a:t>distintos</a:t>
              </a:r>
              <a:endParaRPr lang="en-US" altLang="en-US" sz="1500" dirty="0">
                <a:latin typeface="Arial" panose="020B0604020202020204" pitchFamily="34" charset="0"/>
              </a:endParaRPr>
            </a:p>
          </p:txBody>
        </p:sp>
        <p:sp>
          <p:nvSpPr>
            <p:cNvPr id="24" name="Rectangle 13"/>
            <p:cNvSpPr>
              <a:spLocks noChangeArrowheads="1"/>
            </p:cNvSpPr>
            <p:nvPr/>
          </p:nvSpPr>
          <p:spPr bwMode="auto">
            <a:xfrm>
              <a:off x="3004939" y="3465740"/>
              <a:ext cx="5715000" cy="457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C0C0C0"/>
              </a:outerShdw>
            </a:effectLst>
          </p:spPr>
          <p:txBody>
            <a:bodyPr wrap="none" lIns="182880" tIns="182880" rIns="182880" bIns="182880" anchor="ctr"/>
            <a:lstStyle/>
            <a:p>
              <a:r>
                <a:rPr lang="en-US" sz="1500" dirty="0" err="1" smtClean="0">
                  <a:solidFill>
                    <a:srgbClr val="000000"/>
                  </a:solidFill>
                  <a:latin typeface="Arial" panose="020B0604020202020204" pitchFamily="34" charset="0"/>
                </a:rPr>
                <a:t>Número</a:t>
              </a:r>
              <a:r>
                <a:rPr lang="en-US" sz="1500" dirty="0" smtClean="0">
                  <a:solidFill>
                    <a:srgbClr val="000000"/>
                  </a:solidFill>
                  <a:latin typeface="Arial" panose="020B0604020202020204" pitchFamily="34" charset="0"/>
                </a:rPr>
                <a:t> de </a:t>
              </a:r>
              <a:r>
                <a:rPr lang="en-US" sz="1500" dirty="0" err="1" smtClean="0">
                  <a:solidFill>
                    <a:srgbClr val="000000"/>
                  </a:solidFill>
                  <a:latin typeface="Arial" panose="020B0604020202020204" pitchFamily="34" charset="0"/>
                </a:rPr>
                <a:t>valores</a:t>
              </a:r>
              <a:r>
                <a:rPr lang="en-US" sz="1500" dirty="0" smtClean="0">
                  <a:solidFill>
                    <a:srgbClr val="000000"/>
                  </a:solidFill>
                  <a:latin typeface="Arial" panose="020B0604020202020204" pitchFamily="34" charset="0"/>
                </a:rPr>
                <a:t> </a:t>
              </a:r>
              <a:r>
                <a:rPr lang="en-US" sz="1500" dirty="0" err="1" smtClean="0">
                  <a:solidFill>
                    <a:srgbClr val="000000"/>
                  </a:solidFill>
                  <a:latin typeface="Arial" panose="020B0604020202020204" pitchFamily="34" charset="0"/>
                </a:rPr>
                <a:t>diferentes</a:t>
              </a:r>
              <a:r>
                <a:rPr lang="en-US" sz="1500" dirty="0" smtClean="0">
                  <a:solidFill>
                    <a:srgbClr val="000000"/>
                  </a:solidFill>
                  <a:latin typeface="Arial" panose="020B0604020202020204" pitchFamily="34" charset="0"/>
                </a:rPr>
                <a:t> de </a:t>
              </a:r>
              <a:r>
                <a:rPr lang="en-US" sz="1500" dirty="0" err="1" smtClean="0">
                  <a:solidFill>
                    <a:srgbClr val="000000"/>
                  </a:solidFill>
                  <a:latin typeface="Arial" panose="020B0604020202020204" pitchFamily="34" charset="0"/>
                </a:rPr>
                <a:t>Nulod</a:t>
              </a:r>
              <a:endParaRPr lang="en-US" altLang="en-US" sz="1500" dirty="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73139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s-ES" sz="2400" dirty="0">
                <a:solidFill>
                  <a:srgbClr val="000000"/>
                </a:solidFill>
              </a:rPr>
              <a:t>La </a:t>
            </a:r>
            <a:r>
              <a:rPr lang="en-US" altLang="es-ES" sz="2400" dirty="0" err="1">
                <a:solidFill>
                  <a:srgbClr val="000000"/>
                </a:solidFill>
              </a:rPr>
              <a:t>mayoría</a:t>
            </a:r>
            <a:r>
              <a:rPr lang="en-US" altLang="es-ES" sz="2400" dirty="0">
                <a:solidFill>
                  <a:srgbClr val="000000"/>
                </a:solidFill>
              </a:rPr>
              <a:t> de </a:t>
            </a:r>
            <a:r>
              <a:rPr lang="en-US" altLang="es-ES" sz="2400" dirty="0" err="1">
                <a:solidFill>
                  <a:srgbClr val="000000"/>
                </a:solidFill>
              </a:rPr>
              <a:t>las</a:t>
            </a:r>
            <a:r>
              <a:rPr lang="en-US" altLang="es-ES" sz="2400" dirty="0">
                <a:solidFill>
                  <a:srgbClr val="000000"/>
                </a:solidFill>
              </a:rPr>
              <a:t> </a:t>
            </a:r>
            <a:r>
              <a:rPr lang="en-US" altLang="es-ES" sz="2400" dirty="0" err="1">
                <a:solidFill>
                  <a:srgbClr val="000000"/>
                </a:solidFill>
              </a:rPr>
              <a:t>funciones</a:t>
            </a:r>
            <a:r>
              <a:rPr lang="en-US" altLang="es-ES" sz="2400" dirty="0">
                <a:solidFill>
                  <a:srgbClr val="000000"/>
                </a:solidFill>
              </a:rPr>
              <a:t> de </a:t>
            </a:r>
            <a:r>
              <a:rPr lang="en-US" altLang="es-ES" sz="2400" dirty="0" err="1">
                <a:solidFill>
                  <a:srgbClr val="000000"/>
                </a:solidFill>
              </a:rPr>
              <a:t>agregado</a:t>
            </a:r>
            <a:r>
              <a:rPr lang="en-US" altLang="es-ES" sz="2400" dirty="0">
                <a:solidFill>
                  <a:srgbClr val="000000"/>
                </a:solidFill>
              </a:rPr>
              <a:t> </a:t>
            </a:r>
            <a:r>
              <a:rPr lang="en-US" altLang="es-ES" sz="2400" dirty="0" err="1">
                <a:solidFill>
                  <a:srgbClr val="000000"/>
                </a:solidFill>
              </a:rPr>
              <a:t>pasan</a:t>
            </a:r>
            <a:r>
              <a:rPr lang="en-US" altLang="es-ES" sz="2400" dirty="0">
                <a:solidFill>
                  <a:srgbClr val="000000"/>
                </a:solidFill>
              </a:rPr>
              <a:t> </a:t>
            </a:r>
            <a:r>
              <a:rPr lang="en-US" altLang="es-ES" sz="2400" dirty="0" err="1">
                <a:solidFill>
                  <a:srgbClr val="000000"/>
                </a:solidFill>
              </a:rPr>
              <a:t>por</a:t>
            </a:r>
            <a:r>
              <a:rPr lang="en-US" altLang="es-ES" sz="2400" dirty="0">
                <a:solidFill>
                  <a:srgbClr val="000000"/>
                </a:solidFill>
              </a:rPr>
              <a:t> alto los </a:t>
            </a:r>
            <a:r>
              <a:rPr lang="en-US" altLang="es-ES" sz="2400" dirty="0" err="1">
                <a:solidFill>
                  <a:srgbClr val="000000"/>
                </a:solidFill>
              </a:rPr>
              <a:t>valores</a:t>
            </a:r>
            <a:r>
              <a:rPr lang="en-US" altLang="es-ES" sz="2400" dirty="0">
                <a:solidFill>
                  <a:srgbClr val="000000"/>
                </a:solidFill>
              </a:rPr>
              <a:t> </a:t>
            </a:r>
            <a:r>
              <a:rPr lang="en-US" altLang="es-ES" sz="2400" dirty="0" err="1">
                <a:solidFill>
                  <a:srgbClr val="000000"/>
                </a:solidFill>
              </a:rPr>
              <a:t>nulos</a:t>
            </a:r>
            <a:endParaRPr lang="en-US" altLang="en-US" sz="2400" dirty="0"/>
          </a:p>
          <a:p>
            <a:r>
              <a:rPr lang="en-US" altLang="es-ES" sz="2400" dirty="0">
                <a:solidFill>
                  <a:srgbClr val="000000"/>
                </a:solidFill>
              </a:rPr>
              <a:t>La </a:t>
            </a:r>
            <a:r>
              <a:rPr lang="en-US" altLang="es-ES" sz="2400" dirty="0" err="1">
                <a:solidFill>
                  <a:srgbClr val="000000"/>
                </a:solidFill>
              </a:rPr>
              <a:t>función</a:t>
            </a:r>
            <a:r>
              <a:rPr lang="en-US" altLang="es-ES" sz="2400" dirty="0">
                <a:solidFill>
                  <a:srgbClr val="000000"/>
                </a:solidFill>
              </a:rPr>
              <a:t> COUNT(*) </a:t>
            </a:r>
            <a:r>
              <a:rPr lang="en-US" altLang="es-ES" sz="2400" dirty="0" err="1">
                <a:solidFill>
                  <a:srgbClr val="000000"/>
                </a:solidFill>
              </a:rPr>
              <a:t>cuentas</a:t>
            </a:r>
            <a:r>
              <a:rPr lang="en-US" altLang="es-ES" sz="2400" dirty="0">
                <a:solidFill>
                  <a:srgbClr val="000000"/>
                </a:solidFill>
              </a:rPr>
              <a:t> </a:t>
            </a:r>
            <a:r>
              <a:rPr lang="en-US" altLang="es-ES" sz="2400" dirty="0" err="1">
                <a:solidFill>
                  <a:srgbClr val="000000"/>
                </a:solidFill>
              </a:rPr>
              <a:t>las</a:t>
            </a:r>
            <a:r>
              <a:rPr lang="en-US" altLang="es-ES" sz="2400" dirty="0">
                <a:solidFill>
                  <a:srgbClr val="000000"/>
                </a:solidFill>
              </a:rPr>
              <a:t> </a:t>
            </a:r>
            <a:r>
              <a:rPr lang="en-US" altLang="es-ES" sz="2400" dirty="0" err="1">
                <a:solidFill>
                  <a:srgbClr val="000000"/>
                </a:solidFill>
              </a:rPr>
              <a:t>filas</a:t>
            </a:r>
            <a:r>
              <a:rPr lang="en-US" altLang="es-ES" sz="2400" dirty="0">
                <a:solidFill>
                  <a:srgbClr val="000000"/>
                </a:solidFill>
              </a:rPr>
              <a:t> con </a:t>
            </a:r>
            <a:r>
              <a:rPr lang="en-US" altLang="es-ES" sz="2400" dirty="0" err="1">
                <a:solidFill>
                  <a:srgbClr val="000000"/>
                </a:solidFill>
              </a:rPr>
              <a:t>valores</a:t>
            </a:r>
            <a:r>
              <a:rPr lang="en-US" altLang="es-ES" sz="2400" dirty="0">
                <a:solidFill>
                  <a:srgbClr val="000000"/>
                </a:solidFill>
              </a:rPr>
              <a:t> </a:t>
            </a:r>
            <a:r>
              <a:rPr lang="en-US" altLang="es-ES" sz="2400" dirty="0" err="1">
                <a:solidFill>
                  <a:srgbClr val="000000"/>
                </a:solidFill>
              </a:rPr>
              <a:t>nulos</a:t>
            </a:r>
            <a:endParaRPr lang="en-US" altLang="en-US" sz="2400" dirty="0">
              <a:solidFill>
                <a:srgbClr val="000000"/>
              </a:solidFill>
            </a:endParaRPr>
          </a:p>
          <a:p>
            <a:endParaRPr lang="es-PE" sz="24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B0A1DF6-23E7-4DCD-B668-B4A5EC7C214C}" type="slidenum">
              <a:rPr lang="es-PE" smtClean="0"/>
              <a:pPr/>
              <a:t>5</a:t>
            </a:fld>
            <a:endParaRPr lang="es-PE" dirty="0"/>
          </a:p>
        </p:txBody>
      </p:sp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s-ES" dirty="0" err="1">
                <a:solidFill>
                  <a:srgbClr val="000000"/>
                </a:solidFill>
              </a:rPr>
              <a:t>Uso</a:t>
            </a:r>
            <a:r>
              <a:rPr lang="en-US" altLang="es-ES" dirty="0">
                <a:solidFill>
                  <a:srgbClr val="000000"/>
                </a:solidFill>
              </a:rPr>
              <a:t> de </a:t>
            </a:r>
            <a:r>
              <a:rPr lang="en-US" altLang="es-ES" dirty="0" err="1">
                <a:solidFill>
                  <a:srgbClr val="000000"/>
                </a:solidFill>
              </a:rPr>
              <a:t>funciones</a:t>
            </a:r>
            <a:r>
              <a:rPr lang="en-US" altLang="es-ES" dirty="0">
                <a:solidFill>
                  <a:srgbClr val="000000"/>
                </a:solidFill>
              </a:rPr>
              <a:t> de </a:t>
            </a:r>
            <a:r>
              <a:rPr lang="en-US" altLang="es-ES" dirty="0" err="1">
                <a:solidFill>
                  <a:srgbClr val="000000"/>
                </a:solidFill>
              </a:rPr>
              <a:t>agregado</a:t>
            </a:r>
            <a:r>
              <a:rPr lang="en-US" altLang="es-ES" dirty="0">
                <a:solidFill>
                  <a:srgbClr val="000000"/>
                </a:solidFill>
              </a:rPr>
              <a:t> con </a:t>
            </a:r>
            <a:r>
              <a:rPr lang="en-US" altLang="es-ES" dirty="0" err="1">
                <a:solidFill>
                  <a:srgbClr val="000000"/>
                </a:solidFill>
              </a:rPr>
              <a:t>valores</a:t>
            </a:r>
            <a:r>
              <a:rPr lang="en-US" altLang="es-ES" dirty="0">
                <a:solidFill>
                  <a:srgbClr val="000000"/>
                </a:solidFill>
              </a:rPr>
              <a:t> </a:t>
            </a:r>
            <a:r>
              <a:rPr lang="en-US" altLang="es-ES" dirty="0" err="1">
                <a:solidFill>
                  <a:srgbClr val="000000"/>
                </a:solidFill>
              </a:rPr>
              <a:t>nulos</a:t>
            </a:r>
            <a:endParaRPr lang="es-PE" dirty="0"/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539552" y="2924944"/>
            <a:ext cx="7924800" cy="1320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rgbClr val="0099CC"/>
            </a:outerShdw>
          </a:effec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sz="2000" dirty="0">
              <a:latin typeface="Lucida Sans Typewriter" panose="020B0509030504030204" pitchFamily="49" charset="0"/>
            </a:endParaRPr>
          </a:p>
          <a:p>
            <a:r>
              <a:rPr lang="en-US" altLang="es-ES" sz="2000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SELECT COUNT (*)</a:t>
            </a:r>
            <a:endParaRPr lang="en-US" altLang="en-US" sz="2000" dirty="0">
              <a:latin typeface="Lucida Sans Typewriter" panose="020B0509030504030204" pitchFamily="49" charset="0"/>
            </a:endParaRPr>
          </a:p>
          <a:p>
            <a:r>
              <a:rPr lang="en-US" altLang="en-US" sz="2000" dirty="0">
                <a:latin typeface="Lucida Sans Typewriter" panose="020B0509030504030204" pitchFamily="49" charset="0"/>
              </a:rPr>
              <a:t> </a:t>
            </a:r>
            <a:r>
              <a:rPr lang="en-US" altLang="es-ES" sz="2000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FROM employees</a:t>
            </a:r>
            <a:br>
              <a:rPr lang="en-US" altLang="es-ES" sz="2000" dirty="0">
                <a:solidFill>
                  <a:srgbClr val="000000"/>
                </a:solidFill>
                <a:latin typeface="Lucida Sans Typewriter" panose="020B0509030504030204" pitchFamily="49" charset="0"/>
              </a:rPr>
            </a:br>
            <a:endParaRPr lang="en-US" altLang="en-US" sz="2000" noProof="1">
              <a:solidFill>
                <a:srgbClr val="000000"/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12" name="Rectangle 42"/>
          <p:cNvSpPr>
            <a:spLocks noChangeArrowheads="1"/>
          </p:cNvSpPr>
          <p:nvPr/>
        </p:nvSpPr>
        <p:spPr bwMode="auto">
          <a:xfrm>
            <a:off x="539552" y="4601344"/>
            <a:ext cx="7924800" cy="1320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rgbClr val="0099CC"/>
            </a:outerShdw>
          </a:effec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sz="2000" dirty="0">
              <a:latin typeface="Lucida Sans Typewriter" panose="020B0509030504030204" pitchFamily="49" charset="0"/>
              <a:cs typeface="Times New Roman" panose="02020603050405020304" pitchFamily="18" charset="0"/>
            </a:endParaRPr>
          </a:p>
          <a:p>
            <a:r>
              <a:rPr lang="en-US" altLang="es-ES" sz="2000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SELECT COUNT(</a:t>
            </a:r>
            <a:r>
              <a:rPr lang="en-US" altLang="es-ES" sz="2000" dirty="0" err="1">
                <a:solidFill>
                  <a:srgbClr val="000000"/>
                </a:solidFill>
                <a:latin typeface="Lucida Sans Typewriter" panose="020B0509030504030204" pitchFamily="49" charset="0"/>
              </a:rPr>
              <a:t>reportsto</a:t>
            </a:r>
            <a:r>
              <a:rPr lang="en-US" altLang="es-ES" sz="2000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)</a:t>
            </a:r>
            <a:endParaRPr lang="en-US" altLang="en-US" sz="2000" dirty="0">
              <a:latin typeface="Lucida Sans Typewriter" panose="020B0509030504030204" pitchFamily="49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Lucida Sans Typewriter" panose="020B0509030504030204" pitchFamily="49" charset="0"/>
                <a:cs typeface="Times New Roman" panose="02020603050405020304" pitchFamily="18" charset="0"/>
              </a:rPr>
              <a:t> </a:t>
            </a:r>
            <a:r>
              <a:rPr lang="en-US" altLang="es-ES" sz="2000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FROM employees</a:t>
            </a:r>
            <a:endParaRPr lang="en-US" altLang="en-US" sz="2000" dirty="0">
              <a:latin typeface="Lucida Sans Typewriter" panose="020B0509030504030204" pitchFamily="49" charset="0"/>
              <a:cs typeface="Times New Roman" panose="02020603050405020304" pitchFamily="18" charset="0"/>
            </a:endParaRPr>
          </a:p>
          <a:p>
            <a:endParaRPr lang="en-US" altLang="en-US" sz="2000" noProof="1">
              <a:solidFill>
                <a:srgbClr val="000000"/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8" name="Rectangle 45"/>
          <p:cNvSpPr>
            <a:spLocks noChangeArrowheads="1"/>
          </p:cNvSpPr>
          <p:nvPr/>
        </p:nvSpPr>
        <p:spPr bwMode="auto">
          <a:xfrm>
            <a:off x="6024348" y="2769632"/>
            <a:ext cx="2438400" cy="471487"/>
          </a:xfrm>
          <a:prstGeom prst="rect">
            <a:avLst/>
          </a:prstGeom>
          <a:gradFill rotWithShape="0">
            <a:gsLst>
              <a:gs pos="0">
                <a:srgbClr val="FFCC00"/>
              </a:gs>
              <a:gs pos="100000">
                <a:srgbClr val="FCFEB9"/>
              </a:gs>
            </a:gsLst>
            <a:lin ang="2700000" scaled="1"/>
          </a:gradFill>
          <a:ln w="9525">
            <a:solidFill>
              <a:srgbClr val="CC6600"/>
            </a:solidFill>
            <a:miter lim="800000"/>
            <a:headEnd/>
            <a:tailEnd/>
          </a:ln>
          <a:effectLst>
            <a:outerShdw dist="71842" dir="2700000" algn="ctr" rotWithShape="0">
              <a:schemeClr val="folHlink"/>
            </a:outer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s-ES" sz="1800" b="1" dirty="0" err="1">
                <a:solidFill>
                  <a:srgbClr val="000000"/>
                </a:solidFill>
                <a:latin typeface="Arial" panose="020B0604020202020204" pitchFamily="34" charset="0"/>
              </a:rPr>
              <a:t>Ejemplo</a:t>
            </a:r>
            <a:r>
              <a:rPr lang="en-US" altLang="es-ES" sz="1800" b="1" dirty="0">
                <a:solidFill>
                  <a:srgbClr val="000000"/>
                </a:solidFill>
                <a:latin typeface="Arial" panose="020B0604020202020204" pitchFamily="34" charset="0"/>
              </a:rPr>
              <a:t> 1</a:t>
            </a:r>
            <a:endParaRPr lang="en-US" altLang="es-ES" sz="1800" b="1" dirty="0">
              <a:latin typeface="Arial" panose="020B0604020202020204" pitchFamily="34" charset="0"/>
            </a:endParaRPr>
          </a:p>
        </p:txBody>
      </p:sp>
      <p:sp>
        <p:nvSpPr>
          <p:cNvPr id="9" name="Rectangle 45"/>
          <p:cNvSpPr>
            <a:spLocks noChangeArrowheads="1"/>
          </p:cNvSpPr>
          <p:nvPr/>
        </p:nvSpPr>
        <p:spPr bwMode="auto">
          <a:xfrm>
            <a:off x="6019198" y="4433171"/>
            <a:ext cx="2438400" cy="471487"/>
          </a:xfrm>
          <a:prstGeom prst="rect">
            <a:avLst/>
          </a:prstGeom>
          <a:gradFill rotWithShape="0">
            <a:gsLst>
              <a:gs pos="0">
                <a:srgbClr val="FFCC00"/>
              </a:gs>
              <a:gs pos="100000">
                <a:srgbClr val="FCFEB9"/>
              </a:gs>
            </a:gsLst>
            <a:lin ang="2700000" scaled="1"/>
          </a:gradFill>
          <a:ln w="9525">
            <a:solidFill>
              <a:srgbClr val="CC6600"/>
            </a:solidFill>
            <a:miter lim="800000"/>
            <a:headEnd/>
            <a:tailEnd/>
          </a:ln>
          <a:effectLst>
            <a:outerShdw dist="71842" dir="2700000" algn="ctr" rotWithShape="0">
              <a:schemeClr val="folHlink"/>
            </a:outer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s-ES" sz="1800" b="1" dirty="0" err="1">
                <a:solidFill>
                  <a:srgbClr val="000000"/>
                </a:solidFill>
                <a:latin typeface="Arial" panose="020B0604020202020204" pitchFamily="34" charset="0"/>
              </a:rPr>
              <a:t>Ejemplo</a:t>
            </a:r>
            <a:r>
              <a:rPr lang="en-US" altLang="es-ES" sz="1800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s-ES" sz="1800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endParaRPr lang="en-US" altLang="es-ES" sz="18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8805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70000"/>
              </a:lnSpc>
            </a:pPr>
            <a:r>
              <a:rPr lang="en-US" dirty="0" err="1">
                <a:solidFill>
                  <a:srgbClr val="000000"/>
                </a:solidFill>
              </a:rPr>
              <a:t>Presenta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sólo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las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i="1" dirty="0">
                <a:solidFill>
                  <a:srgbClr val="000000"/>
                </a:solidFill>
              </a:rPr>
              <a:t>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primeras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filas</a:t>
            </a:r>
            <a:r>
              <a:rPr lang="en-US" dirty="0">
                <a:solidFill>
                  <a:srgbClr val="000000"/>
                </a:solidFill>
              </a:rPr>
              <a:t> de un </a:t>
            </a:r>
            <a:r>
              <a:rPr lang="en-US" dirty="0" err="1">
                <a:solidFill>
                  <a:srgbClr val="000000"/>
                </a:solidFill>
              </a:rPr>
              <a:t>conjunto</a:t>
            </a:r>
            <a:r>
              <a:rPr lang="en-US" dirty="0">
                <a:solidFill>
                  <a:srgbClr val="000000"/>
                </a:solidFill>
              </a:rPr>
              <a:t> de </a:t>
            </a:r>
            <a:r>
              <a:rPr lang="en-US" dirty="0" err="1">
                <a:solidFill>
                  <a:srgbClr val="000000"/>
                </a:solidFill>
              </a:rPr>
              <a:t>resultados</a:t>
            </a:r>
            <a:endParaRPr lang="en-US" altLang="en-US" dirty="0"/>
          </a:p>
          <a:p>
            <a:pPr>
              <a:lnSpc>
                <a:spcPct val="70000"/>
              </a:lnSpc>
            </a:pPr>
            <a:r>
              <a:rPr lang="en-US" altLang="en-US" dirty="0">
                <a:solidFill>
                  <a:srgbClr val="FF0000"/>
                </a:solidFill>
              </a:rPr>
              <a:t>Limit N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B0A1DF6-23E7-4DCD-B668-B4A5EC7C214C}" type="slidenum">
              <a:rPr lang="es-PE" smtClean="0"/>
              <a:pPr/>
              <a:t>6</a:t>
            </a:fld>
            <a:endParaRPr lang="es-PE" dirty="0"/>
          </a:p>
        </p:txBody>
      </p:sp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000000"/>
                </a:solidFill>
              </a:rPr>
              <a:t>Presentación</a:t>
            </a:r>
            <a:r>
              <a:rPr lang="en-US" dirty="0">
                <a:solidFill>
                  <a:srgbClr val="000000"/>
                </a:solidFill>
              </a:rPr>
              <a:t> de los </a:t>
            </a:r>
            <a:r>
              <a:rPr lang="en-US" dirty="0" err="1">
                <a:solidFill>
                  <a:srgbClr val="000000"/>
                </a:solidFill>
              </a:rPr>
              <a:t>primeros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i="1" dirty="0">
                <a:solidFill>
                  <a:srgbClr val="000000"/>
                </a:solidFill>
              </a:rPr>
              <a:t>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valores</a:t>
            </a:r>
            <a:endParaRPr lang="es-PE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27584" y="2708920"/>
            <a:ext cx="7859216" cy="28083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rgbClr val="0099CC"/>
            </a:outerShdw>
          </a:effectLst>
        </p:spPr>
        <p:txBody>
          <a:bodyPr wrap="none" anchor="ctr"/>
          <a:lstStyle/>
          <a:p>
            <a:pPr>
              <a:lnSpc>
                <a:spcPct val="96000"/>
              </a:lnSpc>
            </a:pPr>
            <a:endParaRPr lang="en-US" altLang="en-US" sz="2000" noProof="1">
              <a:solidFill>
                <a:srgbClr val="000000"/>
              </a:solidFill>
              <a:latin typeface="Lucida Sans Typewriter" panose="020B05090305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938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/>
              <a:t>Listar de los ingresantes del semestre 2018-2, los 5 ingresantes con mayor edad.</a:t>
            </a:r>
          </a:p>
          <a:p>
            <a:r>
              <a:rPr lang="es-PE" dirty="0"/>
              <a:t>Listar de los ingresantes del semestre 2018-2, los 5 ingresantes con menor edad.</a:t>
            </a:r>
          </a:p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B0A1DF6-23E7-4DCD-B668-B4A5EC7C214C}" type="slidenum">
              <a:rPr lang="es-PE" smtClean="0"/>
              <a:pPr/>
              <a:t>7</a:t>
            </a:fld>
            <a:endParaRPr lang="es-PE" dirty="0"/>
          </a:p>
        </p:txBody>
      </p:sp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Ejercicios</a:t>
            </a:r>
          </a:p>
        </p:txBody>
      </p:sp>
    </p:spTree>
    <p:extLst>
      <p:ext uri="{BB962C8B-B14F-4D97-AF65-F5344CB8AC3E}">
        <p14:creationId xmlns:p14="http://schemas.microsoft.com/office/powerpoint/2010/main" val="15662626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B0A1DF6-23E7-4DCD-B668-B4A5EC7C214C}" type="slidenum">
              <a:rPr lang="es-PE" smtClean="0"/>
              <a:pPr/>
              <a:t>8</a:t>
            </a:fld>
            <a:endParaRPr lang="es-PE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s-PE" dirty="0" smtClean="0"/>
              <a:t>GROUP BY, HAVING</a:t>
            </a:r>
            <a:br>
              <a:rPr lang="es-PE" dirty="0" smtClean="0"/>
            </a:br>
            <a:r>
              <a:rPr lang="es-PE" dirty="0" err="1" smtClean="0"/>
              <a:t>Select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664083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sz="2200" b="1" dirty="0">
                <a:solidFill>
                  <a:schemeClr val="tx1"/>
                </a:solidFill>
              </a:rPr>
              <a:t>SELECT</a:t>
            </a:r>
            <a:r>
              <a:rPr lang="es-ES" sz="2200" dirty="0"/>
              <a:t> </a:t>
            </a:r>
            <a:r>
              <a:rPr lang="es-ES" sz="2200" b="1" dirty="0">
                <a:solidFill>
                  <a:srgbClr val="002060"/>
                </a:solidFill>
              </a:rPr>
              <a:t>[ALL] [DISTINCT] [TOP N]</a:t>
            </a:r>
            <a:r>
              <a:rPr lang="es-ES" sz="2200" dirty="0"/>
              <a:t> &lt;columnas que se desean obtener&gt; </a:t>
            </a:r>
          </a:p>
          <a:p>
            <a:pPr marL="0" indent="0">
              <a:buNone/>
            </a:pPr>
            <a:r>
              <a:rPr lang="es-ES" sz="2200" b="1" dirty="0">
                <a:solidFill>
                  <a:schemeClr val="tx1"/>
                </a:solidFill>
              </a:rPr>
              <a:t>FROM</a:t>
            </a:r>
            <a:r>
              <a:rPr lang="es-ES" sz="2200" dirty="0">
                <a:solidFill>
                  <a:schemeClr val="tx1"/>
                </a:solidFill>
              </a:rPr>
              <a:t> 		&lt;nombres de tablas origen &gt; </a:t>
            </a:r>
          </a:p>
          <a:p>
            <a:pPr marL="0" indent="0">
              <a:buNone/>
            </a:pPr>
            <a:r>
              <a:rPr lang="es-ES" sz="2200" b="1" dirty="0">
                <a:solidFill>
                  <a:schemeClr val="tx1"/>
                </a:solidFill>
              </a:rPr>
              <a:t>[WHERE] </a:t>
            </a:r>
            <a:r>
              <a:rPr lang="es-ES" sz="2200" dirty="0">
                <a:solidFill>
                  <a:schemeClr val="tx1"/>
                </a:solidFill>
              </a:rPr>
              <a:t>	&lt;condiciones de selección o búsqueda de filas&gt; </a:t>
            </a:r>
          </a:p>
          <a:p>
            <a:pPr marL="0" indent="0">
              <a:buNone/>
            </a:pPr>
            <a:r>
              <a:rPr lang="es-ES" sz="2200" b="1" dirty="0">
                <a:solidFill>
                  <a:srgbClr val="FF0000"/>
                </a:solidFill>
              </a:rPr>
              <a:t>[GROUP BY] </a:t>
            </a:r>
            <a:r>
              <a:rPr lang="es-ES" sz="2200" dirty="0">
                <a:solidFill>
                  <a:srgbClr val="FF0000"/>
                </a:solidFill>
              </a:rPr>
              <a:t>	&lt;columnas para agrupar funciones agregadas&gt; </a:t>
            </a:r>
          </a:p>
          <a:p>
            <a:pPr marL="0" indent="0">
              <a:buNone/>
            </a:pPr>
            <a:r>
              <a:rPr lang="es-ES" sz="2200" b="1" dirty="0">
                <a:solidFill>
                  <a:srgbClr val="FF0000"/>
                </a:solidFill>
              </a:rPr>
              <a:t>[HAVING] </a:t>
            </a:r>
            <a:r>
              <a:rPr lang="es-ES" sz="2200" dirty="0">
                <a:solidFill>
                  <a:srgbClr val="FF0000"/>
                </a:solidFill>
              </a:rPr>
              <a:t>	&lt;criterios para selección para las funciones agregadas&gt; </a:t>
            </a:r>
          </a:p>
          <a:p>
            <a:pPr marL="0" indent="0">
              <a:buNone/>
            </a:pPr>
            <a:r>
              <a:rPr lang="es-ES" sz="2200" b="1" dirty="0">
                <a:solidFill>
                  <a:schemeClr val="tx1"/>
                </a:solidFill>
              </a:rPr>
              <a:t>[ORDER BY] </a:t>
            </a:r>
            <a:r>
              <a:rPr lang="es-ES" sz="2200" dirty="0">
                <a:solidFill>
                  <a:schemeClr val="tx1"/>
                </a:solidFill>
              </a:rPr>
              <a:t>	&lt;especifica cómo deben ordenarse los resultados&gt; </a:t>
            </a:r>
          </a:p>
          <a:p>
            <a:pPr marL="0" indent="0">
              <a:buNone/>
            </a:pP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B0A1DF6-23E7-4DCD-B668-B4A5EC7C214C}" type="slidenum">
              <a:rPr lang="es-PE" smtClean="0"/>
              <a:pPr/>
              <a:t>9</a:t>
            </a:fld>
            <a:endParaRPr lang="es-PE" dirty="0"/>
          </a:p>
        </p:txBody>
      </p:sp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SINTAXIS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808515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sz="2700" dirty="0">
                <a:solidFill>
                  <a:schemeClr val="tx1"/>
                </a:solidFill>
              </a:rPr>
              <a:t>Agrupa las filas seleccionadas por el campo o los campos que aparecen en la cláusula GROUP BY. De cada grupo se puede obtener mas de un valor al aplicar una serie de funciones estadísticas llamadas agregados.</a:t>
            </a:r>
          </a:p>
          <a:p>
            <a:r>
              <a:rPr lang="es-PE" sz="2700" b="1" dirty="0">
                <a:solidFill>
                  <a:schemeClr val="tx1"/>
                </a:solidFill>
              </a:rPr>
              <a:t>GROUP</a:t>
            </a:r>
            <a:r>
              <a:rPr lang="es-PE" sz="2700" dirty="0">
                <a:solidFill>
                  <a:schemeClr val="tx1"/>
                </a:solidFill>
              </a:rPr>
              <a:t> </a:t>
            </a:r>
            <a:r>
              <a:rPr lang="es-PE" sz="2700" b="1" dirty="0">
                <a:solidFill>
                  <a:schemeClr val="tx1"/>
                </a:solidFill>
              </a:rPr>
              <a:t>BY</a:t>
            </a:r>
            <a:r>
              <a:rPr lang="es-PE" sz="2700" dirty="0">
                <a:solidFill>
                  <a:schemeClr val="tx1"/>
                </a:solidFill>
              </a:rPr>
              <a:t> </a:t>
            </a:r>
            <a:r>
              <a:rPr lang="es-PE" sz="2700" b="1" dirty="0">
                <a:solidFill>
                  <a:schemeClr val="tx1"/>
                </a:solidFill>
              </a:rPr>
              <a:t>&lt;</a:t>
            </a:r>
            <a:r>
              <a:rPr lang="es-PE" sz="2700" dirty="0">
                <a:solidFill>
                  <a:schemeClr val="tx1"/>
                </a:solidFill>
              </a:rPr>
              <a:t>campo o campos</a:t>
            </a:r>
            <a:r>
              <a:rPr lang="es-PE" sz="2700" b="1" dirty="0">
                <a:solidFill>
                  <a:schemeClr val="tx1"/>
                </a:solidFill>
              </a:rPr>
              <a:t>&gt;</a:t>
            </a:r>
          </a:p>
          <a:p>
            <a:pPr lvl="0"/>
            <a:r>
              <a:rPr lang="es-PE" sz="2700" dirty="0">
                <a:solidFill>
                  <a:schemeClr val="tx1"/>
                </a:solidFill>
              </a:rPr>
              <a:t>donde </a:t>
            </a:r>
            <a:r>
              <a:rPr lang="es-PE" sz="2700" b="1" dirty="0">
                <a:solidFill>
                  <a:schemeClr val="tx1"/>
                </a:solidFill>
                <a:cs typeface="Courier New" panose="02070309020205020404" pitchFamily="49" charset="0"/>
              </a:rPr>
              <a:t>&lt;</a:t>
            </a:r>
            <a:r>
              <a:rPr lang="es-PE" sz="2700" dirty="0">
                <a:solidFill>
                  <a:schemeClr val="tx1"/>
                </a:solidFill>
              </a:rPr>
              <a:t>campo o campos</a:t>
            </a:r>
            <a:r>
              <a:rPr lang="es-PE" sz="2700" b="1" dirty="0">
                <a:solidFill>
                  <a:schemeClr val="tx1"/>
                </a:solidFill>
                <a:cs typeface="Courier New" panose="02070309020205020404" pitchFamily="49" charset="0"/>
              </a:rPr>
              <a:t>&gt;</a:t>
            </a:r>
            <a:r>
              <a:rPr lang="es-PE" sz="2700" dirty="0">
                <a:solidFill>
                  <a:schemeClr val="tx1"/>
                </a:solidFill>
              </a:rPr>
              <a:t> es la columna o columnas por la cuales se desea agrupar. No se puede utilizar un alias de dicha columna. Se puede agrupar mediante una expresión formada por varias columnas.</a:t>
            </a:r>
            <a:endParaRPr lang="es-PE" sz="2700" b="1" dirty="0">
              <a:solidFill>
                <a:schemeClr val="tx1"/>
              </a:solidFill>
            </a:endParaRPr>
          </a:p>
          <a:p>
            <a:endParaRPr lang="es-PE" sz="27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B0A1DF6-23E7-4DCD-B668-B4A5EC7C214C}" type="slidenum">
              <a:rPr lang="es-PE" smtClean="0"/>
              <a:pPr/>
              <a:t>10</a:t>
            </a:fld>
            <a:endParaRPr lang="es-PE" dirty="0"/>
          </a:p>
        </p:txBody>
      </p:sp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>
                <a:solidFill>
                  <a:schemeClr val="tx1"/>
                </a:solidFill>
              </a:rPr>
              <a:t>Definición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673881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Marcador de contenido 4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B0A1DF6-23E7-4DCD-B668-B4A5EC7C214C}" type="slidenum">
              <a:rPr lang="es-PE" smtClean="0"/>
              <a:pPr/>
              <a:t>11</a:t>
            </a:fld>
            <a:endParaRPr lang="es-PE" dirty="0"/>
          </a:p>
        </p:txBody>
      </p:sp>
      <p:sp>
        <p:nvSpPr>
          <p:cNvPr id="49" name="Título 4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err="1" smtClean="0"/>
              <a:t>Group</a:t>
            </a:r>
            <a:r>
              <a:rPr lang="es-PE" dirty="0" smtClean="0"/>
              <a:t> </a:t>
            </a:r>
            <a:r>
              <a:rPr lang="es-PE" dirty="0" err="1" smtClean="0"/>
              <a:t>By</a:t>
            </a:r>
            <a:r>
              <a:rPr lang="es-PE" dirty="0" smtClean="0"/>
              <a:t>. Funcionamiento</a:t>
            </a:r>
            <a:endParaRPr lang="es-PE" dirty="0"/>
          </a:p>
        </p:txBody>
      </p:sp>
      <p:pic>
        <p:nvPicPr>
          <p:cNvPr id="48" name="Imagen 4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792" y="1600203"/>
            <a:ext cx="8316416" cy="4188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904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B0A1DF6-23E7-4DCD-B668-B4A5EC7C214C}" type="slidenum">
              <a:rPr lang="es-PE" smtClean="0"/>
              <a:pPr/>
              <a:t>12</a:t>
            </a:fld>
            <a:endParaRPr lang="es-PE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/>
          <a:srcRect l="24429" t="65625" r="50429" b="15713"/>
          <a:stretch/>
        </p:blipFill>
        <p:spPr>
          <a:xfrm>
            <a:off x="349473" y="1268760"/>
            <a:ext cx="5020185" cy="2095038"/>
          </a:xfrm>
          <a:prstGeom prst="rect">
            <a:avLst/>
          </a:prstGeom>
        </p:spPr>
      </p:pic>
      <p:sp>
        <p:nvSpPr>
          <p:cNvPr id="7" name="Rectangle 45"/>
          <p:cNvSpPr>
            <a:spLocks noChangeArrowheads="1"/>
          </p:cNvSpPr>
          <p:nvPr/>
        </p:nvSpPr>
        <p:spPr bwMode="auto">
          <a:xfrm>
            <a:off x="349473" y="548680"/>
            <a:ext cx="2438400" cy="471487"/>
          </a:xfrm>
          <a:prstGeom prst="rect">
            <a:avLst/>
          </a:prstGeom>
          <a:gradFill rotWithShape="0">
            <a:gsLst>
              <a:gs pos="0">
                <a:srgbClr val="FFCC00"/>
              </a:gs>
              <a:gs pos="100000">
                <a:srgbClr val="FCFEB9"/>
              </a:gs>
            </a:gsLst>
            <a:lin ang="2700000" scaled="1"/>
          </a:gradFill>
          <a:ln w="9525">
            <a:solidFill>
              <a:srgbClr val="CC6600"/>
            </a:solidFill>
            <a:miter lim="800000"/>
            <a:headEnd/>
            <a:tailEnd/>
          </a:ln>
          <a:effectLst>
            <a:outerShdw dist="71842" dir="2700000" algn="ctr" rotWithShape="0">
              <a:schemeClr val="folHlink"/>
            </a:outer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s-ES" sz="1800" b="1" dirty="0" err="1">
                <a:solidFill>
                  <a:srgbClr val="000000"/>
                </a:solidFill>
                <a:latin typeface="Arial" panose="020B0604020202020204" pitchFamily="34" charset="0"/>
              </a:rPr>
              <a:t>Ejemplo</a:t>
            </a:r>
            <a:r>
              <a:rPr lang="en-US" altLang="es-ES" sz="1800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s-ES" sz="1800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endParaRPr lang="en-US" altLang="es-ES" sz="1800" b="1" dirty="0">
              <a:latin typeface="Arial" panose="020B0604020202020204" pitchFamily="34" charset="0"/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349473" y="3717032"/>
            <a:ext cx="8398991" cy="20162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368948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s-PE" sz="1800" dirty="0"/>
              <a:t>Cantidad de escuelas por Facultad</a:t>
            </a:r>
          </a:p>
          <a:p>
            <a:pPr marL="0" indent="0">
              <a:buNone/>
            </a:pPr>
            <a:r>
              <a:rPr lang="es-PE" sz="1800" dirty="0"/>
              <a:t>	Nombre facultad, cantidad de escuelas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PE" sz="1800" dirty="0"/>
              <a:t>Cantidad de docentes por grado académico de la escuela de Ingeniería de sistemas y computación.</a:t>
            </a:r>
          </a:p>
          <a:p>
            <a:pPr marL="0" indent="0">
              <a:buNone/>
            </a:pPr>
            <a:r>
              <a:rPr lang="es-PE" sz="1800" dirty="0"/>
              <a:t>	Descripción grado, número de docentes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PE" sz="1800" dirty="0"/>
              <a:t>Cantidad de docentes por Universidad</a:t>
            </a:r>
          </a:p>
          <a:p>
            <a:pPr marL="0" indent="0">
              <a:buNone/>
            </a:pPr>
            <a:r>
              <a:rPr lang="es-PE" sz="1800" dirty="0"/>
              <a:t>	País, Nombre universidad, Numero de docentes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PE" sz="1800" dirty="0"/>
              <a:t>Mostrar la cantidad de cursos y la cantidad de horas asignadas por cada docente en el semestre 2019-2</a:t>
            </a:r>
          </a:p>
          <a:p>
            <a:pPr marL="0" indent="0">
              <a:buNone/>
            </a:pPr>
            <a:r>
              <a:rPr lang="es-PE" sz="1800" dirty="0"/>
              <a:t>	Nombre completo docente, numero de cursos, total de horas asignadas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PE" sz="1800" dirty="0"/>
              <a:t>Por cada grupo para el 5to de la escuela de Ingeniería de sistemas y computación del plan de estudios 2017, mostrar la cantidad de alumnos matriculados</a:t>
            </a:r>
          </a:p>
          <a:p>
            <a:pPr marL="0" indent="0">
              <a:buNone/>
            </a:pPr>
            <a:r>
              <a:rPr lang="es-PE" sz="1800" dirty="0"/>
              <a:t>	Nombre del curso, denominación grupo, Numero de alumnos</a:t>
            </a:r>
            <a:endParaRPr lang="es-PE" sz="1600" dirty="0"/>
          </a:p>
          <a:p>
            <a:endParaRPr lang="es-PE" sz="18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B0A1DF6-23E7-4DCD-B668-B4A5EC7C214C}" type="slidenum">
              <a:rPr lang="es-PE" smtClean="0"/>
              <a:pPr/>
              <a:t>13</a:t>
            </a:fld>
            <a:endParaRPr lang="es-PE" dirty="0"/>
          </a:p>
        </p:txBody>
      </p:sp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Ejercicios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185351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B0A1DF6-23E7-4DCD-B668-B4A5EC7C214C}" type="slidenum">
              <a:rPr lang="es-PE" smtClean="0"/>
              <a:pPr/>
              <a:t>14</a:t>
            </a:fld>
            <a:endParaRPr lang="es-PE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s-PE" dirty="0" smtClean="0"/>
              <a:t>Sub Consultas.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62097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B0A1DF6-23E7-4DCD-B668-B4A5EC7C214C}" type="slidenum">
              <a:rPr lang="es-PE" smtClean="0"/>
              <a:pPr/>
              <a:t>15</a:t>
            </a:fld>
            <a:endParaRPr lang="es-PE" dirty="0"/>
          </a:p>
        </p:txBody>
      </p:sp>
      <p:sp>
        <p:nvSpPr>
          <p:cNvPr id="4" name="Marcador de contenido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s-PE" dirty="0" smtClean="0"/>
              <a:t>El uso de la clausula GROUP BY y HAVING son indispensables para la recuperación de información resumen en bases de datos relacionales.</a:t>
            </a:r>
          </a:p>
          <a:p>
            <a:r>
              <a:rPr lang="es-PE" dirty="0"/>
              <a:t>Las </a:t>
            </a:r>
            <a:r>
              <a:rPr lang="es-PE" dirty="0" err="1"/>
              <a:t>subconsultas</a:t>
            </a:r>
            <a:r>
              <a:rPr lang="es-PE" dirty="0"/>
              <a:t> se utilizan para dividir una consulta compleja en varios pasos lógicos y, como resultado, resolver un problema con una única instrucción. Las </a:t>
            </a:r>
            <a:r>
              <a:rPr lang="es-PE" dirty="0" err="1"/>
              <a:t>subconsultas</a:t>
            </a:r>
            <a:r>
              <a:rPr lang="es-PE" dirty="0"/>
              <a:t> son útiles cuando la consulta depende de los resultados de otra </a:t>
            </a:r>
            <a:r>
              <a:rPr lang="es-PE" dirty="0" smtClean="0"/>
              <a:t>consulta</a:t>
            </a:r>
          </a:p>
          <a:p>
            <a:r>
              <a:rPr lang="es-PE" dirty="0"/>
              <a:t>Normalmente, utilizar combinaciones permite al optimizador de consultas recuperar datos de forma más eficiente. Si una consulta no requiere varios pasos, puede que no sea necesario utilizar una </a:t>
            </a:r>
            <a:r>
              <a:rPr lang="es-PE" dirty="0" err="1"/>
              <a:t>subconsulta</a:t>
            </a:r>
            <a:r>
              <a:rPr lang="es-PE" dirty="0"/>
              <a:t> </a:t>
            </a:r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Conclusiones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749043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B0A1DF6-23E7-4DCD-B668-B4A5EC7C214C}" type="slidenum">
              <a:rPr lang="es-PE" smtClean="0"/>
              <a:pPr/>
              <a:t>16</a:t>
            </a:fld>
            <a:endParaRPr lang="es-PE" dirty="0"/>
          </a:p>
        </p:txBody>
      </p:sp>
      <p:sp>
        <p:nvSpPr>
          <p:cNvPr id="4" name="Marcador de contenido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Referencias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576312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65428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d39288bf26f53515b6dc2398d1c8b454d3659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heme/theme1.xml><?xml version="1.0" encoding="utf-8"?>
<a:theme xmlns:a="http://schemas.openxmlformats.org/drawingml/2006/main" name="Estructura PPT USAT">
  <a:themeElements>
    <a:clrScheme name="USAT Humanidades">
      <a:dk1>
        <a:srgbClr val="002060"/>
      </a:dk1>
      <a:lt1>
        <a:sysClr val="window" lastClr="FFFFFF"/>
      </a:lt1>
      <a:dk2>
        <a:srgbClr val="7F7F7F"/>
      </a:dk2>
      <a:lt2>
        <a:srgbClr val="002060"/>
      </a:lt2>
      <a:accent1>
        <a:srgbClr val="0098C8"/>
      </a:accent1>
      <a:accent2>
        <a:srgbClr val="000000"/>
      </a:accent2>
      <a:accent3>
        <a:srgbClr val="7F7F7F"/>
      </a:accent3>
      <a:accent4>
        <a:srgbClr val="FFC000"/>
      </a:accent4>
      <a:accent5>
        <a:srgbClr val="FE66FF"/>
      </a:accent5>
      <a:accent6>
        <a:srgbClr val="C56113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E33439"/>
        </a:solidFill>
        <a:ln>
          <a:noFill/>
        </a:ln>
      </a:spPr>
      <a:bodyPr rtlCol="0" anchor="ctr"/>
      <a:lstStyle>
        <a:defPPr algn="r">
          <a:defRPr sz="105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lantillaUsat4x3_Humanidades-ok" id="{3ED21447-FC50-4A3A-896E-4C7AB69E2526}" vid="{BB9EA043-2146-4093-9906-02B19598408C}"/>
    </a:ext>
  </a:extLst>
</a:theme>
</file>

<file path=ppt/theme/theme2.xml><?xml version="1.0" encoding="utf-8"?>
<a:theme xmlns:a="http://schemas.openxmlformats.org/drawingml/2006/main" name="Diseños para contenido de diapositivas">
  <a:themeElements>
    <a:clrScheme name="USAT Humanidades">
      <a:dk1>
        <a:srgbClr val="002060"/>
      </a:dk1>
      <a:lt1>
        <a:sysClr val="window" lastClr="FFFFFF"/>
      </a:lt1>
      <a:dk2>
        <a:srgbClr val="7F7F7F"/>
      </a:dk2>
      <a:lt2>
        <a:srgbClr val="002060"/>
      </a:lt2>
      <a:accent1>
        <a:srgbClr val="0098C8"/>
      </a:accent1>
      <a:accent2>
        <a:srgbClr val="000000"/>
      </a:accent2>
      <a:accent3>
        <a:srgbClr val="7F7F7F"/>
      </a:accent3>
      <a:accent4>
        <a:srgbClr val="FFC000"/>
      </a:accent4>
      <a:accent5>
        <a:srgbClr val="FE66FF"/>
      </a:accent5>
      <a:accent6>
        <a:srgbClr val="C56113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E33439"/>
        </a:solidFill>
        <a:ln>
          <a:noFill/>
        </a:ln>
      </a:spPr>
      <a:bodyPr rtlCol="0" anchor="ctr"/>
      <a:lstStyle>
        <a:defPPr algn="r">
          <a:defRPr sz="105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lantillaUsat4x3_Humanidades-ok" id="{3ED21447-FC50-4A3A-896E-4C7AB69E2526}" vid="{DC305081-8B86-402C-ABC3-49CE001D0EA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PlantillaUsat4x3_Humanidades-ok</Template>
  <TotalTime>1442</TotalTime>
  <Words>433</Words>
  <Application>Microsoft Office PowerPoint</Application>
  <PresentationFormat>Presentación en pantalla (4:3)</PresentationFormat>
  <Paragraphs>95</Paragraphs>
  <Slides>17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17</vt:i4>
      </vt:variant>
    </vt:vector>
  </HeadingPairs>
  <TitlesOfParts>
    <vt:vector size="25" baseType="lpstr">
      <vt:lpstr>Arial</vt:lpstr>
      <vt:lpstr>Calibri</vt:lpstr>
      <vt:lpstr>Courier New</vt:lpstr>
      <vt:lpstr>Lucida Sans Typewriter</vt:lpstr>
      <vt:lpstr>Times New Roman</vt:lpstr>
      <vt:lpstr>Wingdings</vt:lpstr>
      <vt:lpstr>Estructura PPT USAT</vt:lpstr>
      <vt:lpstr>Diseños para contenido de diapositivas</vt:lpstr>
      <vt:lpstr>Consultas de datos.  Sub consultas y clausula Group by, Having</vt:lpstr>
      <vt:lpstr>Objetivos</vt:lpstr>
      <vt:lpstr>Lista de contenido</vt:lpstr>
      <vt:lpstr>Funciones resumen o de agregado</vt:lpstr>
      <vt:lpstr>Uso de funciones de agregado con valores nulos</vt:lpstr>
      <vt:lpstr>Presentación de los primeros n valores</vt:lpstr>
      <vt:lpstr>Ejercicios</vt:lpstr>
      <vt:lpstr>GROUP BY, HAVING Select</vt:lpstr>
      <vt:lpstr>SINTAXIS</vt:lpstr>
      <vt:lpstr>Definición</vt:lpstr>
      <vt:lpstr>Group By. Funcionamiento</vt:lpstr>
      <vt:lpstr>Presentación de PowerPoint</vt:lpstr>
      <vt:lpstr>Ejercicios</vt:lpstr>
      <vt:lpstr>Sub Consultas.</vt:lpstr>
      <vt:lpstr>Conclusiones</vt:lpstr>
      <vt:lpstr>Referencias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Gerardo Chunga Chinguel</dc:creator>
  <cp:lastModifiedBy>CASTILLO</cp:lastModifiedBy>
  <cp:revision>61</cp:revision>
  <dcterms:created xsi:type="dcterms:W3CDTF">2017-03-15T14:59:01Z</dcterms:created>
  <dcterms:modified xsi:type="dcterms:W3CDTF">2021-09-30T14:14:43Z</dcterms:modified>
</cp:coreProperties>
</file>